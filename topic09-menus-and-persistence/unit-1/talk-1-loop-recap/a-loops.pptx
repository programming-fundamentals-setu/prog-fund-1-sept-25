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83" r:id="rId2"/>
    <p:sldId id="392" r:id="rId3"/>
    <p:sldId id="391" r:id="rId4"/>
    <p:sldId id="409" r:id="rId5"/>
    <p:sldId id="390" r:id="rId6"/>
    <p:sldId id="355" r:id="rId7"/>
    <p:sldId id="356" r:id="rId8"/>
    <p:sldId id="410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458" r:id="rId18"/>
    <p:sldId id="411" r:id="rId19"/>
    <p:sldId id="367" r:id="rId20"/>
    <p:sldId id="397" r:id="rId21"/>
    <p:sldId id="368" r:id="rId22"/>
    <p:sldId id="370" r:id="rId23"/>
    <p:sldId id="371" r:id="rId24"/>
    <p:sldId id="34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4" autoAdjust="0"/>
    <p:restoredTop sz="94638"/>
  </p:normalViewPr>
  <p:slideViewPr>
    <p:cSldViewPr>
      <p:cViewPr varScale="1">
        <p:scale>
          <a:sx n="113" d="100"/>
          <a:sy n="113" d="100"/>
        </p:scale>
        <p:origin x="56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97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</a:rPr>
              <a:t>Loops </a:t>
            </a:r>
            <a:r>
              <a:rPr lang="en-GB" dirty="0"/>
              <a:t>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</a:rPr>
              <a:t>main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/>
              <a:t>args</a:t>
            </a:r>
            <a:r>
              <a:rPr lang="en-GB" dirty="0"/>
              <a:t>[]){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/>
              <a:t>Loops();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00627A"/>
                </a:solidFill>
                <a:effectLst/>
              </a:rPr>
              <a:t>Loops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simpleWhile</a:t>
            </a:r>
            <a:r>
              <a:rPr lang="en-GB" dirty="0"/>
              <a:t>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simpleWhile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>
                <a:solidFill>
                  <a:srgbClr val="1750EB"/>
                </a:solidFill>
                <a:effectLst/>
              </a:rPr>
              <a:t>10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/>
              <a:t>i</a:t>
            </a:r>
            <a:r>
              <a:rPr lang="en-GB" dirty="0"/>
              <a:t>++;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806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270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5BAE7-F025-E7AA-CC28-2912EB5FA02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70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5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B04098-8A23-57A3-2915-25731CE7473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94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C96B24-4FB1-4675-7F08-ABD63249597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1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06108-528A-AEA9-20DD-EFEDC52F575D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5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3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9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5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0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98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97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6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1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1BFDD-ABF6-ED8D-FB14-6066160D31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64" y="5630685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514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6C098-EB7F-4DD0-8737-AF725E6D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14" y="2251719"/>
            <a:ext cx="5398825" cy="2320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r>
              <a:rPr lang="en-GB" dirty="0"/>
              <a:t>Recap - Loop Control Variable</a:t>
            </a:r>
          </a:p>
        </p:txBody>
      </p:sp>
      <p:cxnSp>
        <p:nvCxnSpPr>
          <p:cNvPr id="9" name="Straight Arrow Connector 8"/>
          <p:cNvCxnSpPr>
            <a:cxnSpLocks/>
            <a:stCxn id="15" idx="3"/>
          </p:cNvCxnSpPr>
          <p:nvPr/>
        </p:nvCxnSpPr>
        <p:spPr>
          <a:xfrm flipV="1">
            <a:off x="2922438" y="3107003"/>
            <a:ext cx="1015855" cy="5975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16" idx="3"/>
          </p:cNvCxnSpPr>
          <p:nvPr/>
        </p:nvCxnSpPr>
        <p:spPr>
          <a:xfrm flipV="1">
            <a:off x="3352800" y="3839955"/>
            <a:ext cx="1148621" cy="11475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4" idx="3"/>
          </p:cNvCxnSpPr>
          <p:nvPr/>
        </p:nvCxnSpPr>
        <p:spPr>
          <a:xfrm>
            <a:off x="2819400" y="2499005"/>
            <a:ext cx="1219200" cy="2187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3104410"/>
            <a:ext cx="2312838" cy="12003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2. Test i.e. </a:t>
            </a:r>
            <a:r>
              <a:rPr lang="en-GB" sz="2400" dirty="0" err="1"/>
              <a:t>boolean</a:t>
            </a:r>
            <a:r>
              <a:rPr lang="en-GB" sz="2400" dirty="0"/>
              <a:t> condition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0"/>
            <a:ext cx="2743200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3. Update directly before end of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268172"/>
            <a:ext cx="2209800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1. Initialise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FDF31-16DA-4405-B393-453BE180A1F8}"/>
              </a:ext>
            </a:extLst>
          </p:cNvPr>
          <p:cNvSpPr txBox="1"/>
          <p:nvPr/>
        </p:nvSpPr>
        <p:spPr>
          <a:xfrm>
            <a:off x="555978" y="1524000"/>
            <a:ext cx="556260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This loop is a counter-controlled while loop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C2BD4-779D-4733-8BA3-D6FCDA0C4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704574"/>
            <a:ext cx="3724795" cy="301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84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194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21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B5FA5-9D79-4121-9AB8-C2224D7C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67" y="1905000"/>
            <a:ext cx="9604466" cy="4191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29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Recap - Counter-Controlled Loops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2438"/>
            <a:ext cx="11049000" cy="4525963"/>
          </a:xfrm>
        </p:spPr>
        <p:txBody>
          <a:bodyPr>
            <a:normAutofit/>
          </a:bodyPr>
          <a:lstStyle/>
          <a:p>
            <a:r>
              <a:rPr lang="en-GB" dirty="0"/>
              <a:t>Sometimes  we know when we are coding, we know how many inputs we will have.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The previous slide displays an example of this.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Other times, we find out at run time how many inputs we have…an example of this is on the next slide.</a:t>
            </a:r>
            <a:endParaRPr lang="en-GB" sz="40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637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49"/>
          <a:stretch/>
        </p:blipFill>
        <p:spPr>
          <a:xfrm>
            <a:off x="2362200" y="1600200"/>
            <a:ext cx="9351846" cy="4983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8AD5A2-245C-47AE-9B81-A5057B1D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3167390"/>
            <a:ext cx="25146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</a:rPr>
              <a:t>Here, we know at run-time how many inputs we have.</a:t>
            </a:r>
            <a:endParaRPr lang="en-IE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76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8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Sentinel-based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this type of loop when you do not know how many inputs you will have.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i="1" dirty="0"/>
              <a:t>end of input </a:t>
            </a:r>
            <a:r>
              <a:rPr lang="en-GB" dirty="0"/>
              <a:t>is signalled by a special value.</a:t>
            </a:r>
          </a:p>
          <a:p>
            <a:pPr lvl="1"/>
            <a:r>
              <a:rPr lang="en-GB" dirty="0"/>
              <a:t>e.g. if you are calculating the ‘average of ages of people in the room’, write a program that will continually take in ages until, say, -1 is entered.  </a:t>
            </a:r>
            <a:br>
              <a:rPr lang="en-GB" dirty="0"/>
            </a:br>
            <a:r>
              <a:rPr lang="en-GB" dirty="0"/>
              <a:t>-1 would be the sentinel value.</a:t>
            </a:r>
          </a:p>
        </p:txBody>
      </p:sp>
    </p:spTree>
    <p:extLst>
      <p:ext uri="{BB962C8B-B14F-4D97-AF65-F5344CB8AC3E}">
        <p14:creationId xmlns:p14="http://schemas.microsoft.com/office/powerpoint/2010/main" val="204976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Concept of </a:t>
            </a:r>
            <a:r>
              <a:rPr lang="en-GB" b="1" i="1" dirty="0"/>
              <a:t>Loop Control Variable </a:t>
            </a:r>
            <a:r>
              <a:rPr lang="en-GB" dirty="0"/>
              <a:t>is vital here.</a:t>
            </a:r>
          </a:p>
          <a:p>
            <a:endParaRPr lang="en-GB" dirty="0"/>
          </a:p>
          <a:p>
            <a:r>
              <a:rPr lang="en-GB" dirty="0"/>
              <a:t>The loop continuation is solely based on the input, so the variable containing the information is the Loop Control Variable.</a:t>
            </a:r>
          </a:p>
          <a:p>
            <a:endParaRPr lang="en-GB" dirty="0"/>
          </a:p>
          <a:p>
            <a:r>
              <a:rPr lang="en-GB" dirty="0"/>
              <a:t>Initialise the Loop Control Variable before entry into the loop.</a:t>
            </a:r>
          </a:p>
          <a:p>
            <a:endParaRPr lang="en-GB" dirty="0"/>
          </a:p>
          <a:p>
            <a:r>
              <a:rPr lang="en-GB" dirty="0"/>
              <a:t>Remember to ‘update the Loop Control Variable’ just before the end of the loop.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70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loop to read in and add up a set of integers. Keep going until the value ‘-1’ is inputted. </a:t>
            </a:r>
          </a:p>
          <a:p>
            <a:endParaRPr lang="en-GB" dirty="0"/>
          </a:p>
          <a:p>
            <a:r>
              <a:rPr lang="en-GB" dirty="0"/>
              <a:t>What is your Loop Control Variable?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i="1" dirty="0"/>
              <a:t>Note:  in this exercise, you do not need to store the values in an array…we will do this in a few slides time.</a:t>
            </a:r>
          </a:p>
        </p:txBody>
      </p:sp>
    </p:spTree>
    <p:extLst>
      <p:ext uri="{BB962C8B-B14F-4D97-AF65-F5344CB8AC3E}">
        <p14:creationId xmlns:p14="http://schemas.microsoft.com/office/powerpoint/2010/main" val="77779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1" t="33608" r="37465" b="34746"/>
          <a:stretch/>
        </p:blipFill>
        <p:spPr bwMode="auto">
          <a:xfrm>
            <a:off x="307349" y="1681450"/>
            <a:ext cx="8783565" cy="4719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53550" y="2362200"/>
            <a:ext cx="15621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1. Initialise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3549" y="3810000"/>
            <a:ext cx="24384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2. LCV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4953000"/>
            <a:ext cx="249555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3. Update LCV directly before end of loop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505200" y="4068455"/>
            <a:ext cx="584835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4699132" y="5220586"/>
            <a:ext cx="4597268" cy="3420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048000" y="2623066"/>
            <a:ext cx="630555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5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in the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record how many inputs have happened.</a:t>
            </a:r>
          </a:p>
          <a:p>
            <a:endParaRPr lang="en-US" dirty="0"/>
          </a:p>
          <a:p>
            <a:r>
              <a:rPr lang="en-US" dirty="0"/>
              <a:t>Try to change the previous solution so that you know at the end how many numbers have been inputted. </a:t>
            </a:r>
          </a:p>
          <a:p>
            <a:endParaRPr lang="en-US" dirty="0"/>
          </a:p>
          <a:p>
            <a:r>
              <a:rPr lang="en-US" dirty="0"/>
              <a:t>At the end, print the sum and number of inputs.</a:t>
            </a:r>
          </a:p>
        </p:txBody>
      </p:sp>
    </p:spTree>
    <p:extLst>
      <p:ext uri="{BB962C8B-B14F-4D97-AF65-F5344CB8AC3E}">
        <p14:creationId xmlns:p14="http://schemas.microsoft.com/office/powerpoint/2010/main" val="414420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with number of inputs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28389" r="31866" b="35805"/>
          <a:stretch/>
        </p:blipFill>
        <p:spPr bwMode="auto">
          <a:xfrm>
            <a:off x="1828801" y="1752600"/>
            <a:ext cx="8592567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57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this now - using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structure as before, but now we want to store the input. </a:t>
            </a:r>
          </a:p>
          <a:p>
            <a:r>
              <a:rPr lang="en-US" dirty="0"/>
              <a:t>Re-write the code on the previous slide, but store the data in an array.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Assume the max number of inputs possible is 100 (i.e. size of array).</a:t>
            </a:r>
          </a:p>
          <a:p>
            <a:pPr lvl="1"/>
            <a:r>
              <a:rPr lang="en-US" dirty="0"/>
              <a:t>We also need to know how many inputs actually happened.</a:t>
            </a:r>
          </a:p>
        </p:txBody>
      </p:sp>
    </p:spTree>
    <p:extLst>
      <p:ext uri="{BB962C8B-B14F-4D97-AF65-F5344CB8AC3E}">
        <p14:creationId xmlns:p14="http://schemas.microsoft.com/office/powerpoint/2010/main" val="17527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466" r="21265" b="34745"/>
          <a:stretch/>
        </p:blipFill>
        <p:spPr bwMode="auto">
          <a:xfrm>
            <a:off x="1676400" y="1511424"/>
            <a:ext cx="8839200" cy="5041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Solution – storing inputs</a:t>
            </a:r>
          </a:p>
        </p:txBody>
      </p:sp>
    </p:spTree>
    <p:extLst>
      <p:ext uri="{BB962C8B-B14F-4D97-AF65-F5344CB8AC3E}">
        <p14:creationId xmlns:p14="http://schemas.microsoft.com/office/powerpoint/2010/main" val="199805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7905-059C-3849-8925-6FC25DC9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 based loops and menus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CD54-81CF-2937-7ED8-24B7457F8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Menus</a:t>
            </a:r>
          </a:p>
          <a:p>
            <a:pPr lvl="1"/>
            <a:r>
              <a:rPr lang="en-US" dirty="0"/>
              <a:t>Based on repetitively giving user options </a:t>
            </a:r>
          </a:p>
          <a:p>
            <a:pPr lvl="1"/>
            <a:r>
              <a:rPr lang="en-US" dirty="0"/>
              <a:t>Stops when user enters a know ‘exit’ value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 will use the sentinel-based loops (with ‘exit’ value as our sentinel) when we implement a menu system</a:t>
            </a:r>
          </a:p>
        </p:txBody>
      </p:sp>
    </p:spTree>
    <p:extLst>
      <p:ext uri="{BB962C8B-B14F-4D97-AF65-F5344CB8AC3E}">
        <p14:creationId xmlns:p14="http://schemas.microsoft.com/office/powerpoint/2010/main" val="163748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41148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967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used when you want to examine a collection of data to check for a </a:t>
            </a:r>
            <a:r>
              <a:rPr lang="en-US" b="1" i="1" dirty="0"/>
              <a:t>property</a:t>
            </a:r>
            <a:r>
              <a:rPr lang="en-US" dirty="0"/>
              <a:t>. Once a </a:t>
            </a:r>
            <a:r>
              <a:rPr lang="en-US" b="1" i="1" dirty="0"/>
              <a:t>property</a:t>
            </a:r>
            <a:r>
              <a:rPr lang="en-US" dirty="0"/>
              <a:t> has been established, it cannot be ‘unestablished’.</a:t>
            </a:r>
          </a:p>
          <a:p>
            <a:endParaRPr lang="en-US" dirty="0"/>
          </a:p>
          <a:p>
            <a:r>
              <a:rPr lang="en-US" dirty="0"/>
              <a:t>‘Once the flag is raised, it cannot be taken down’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7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Flag-Based Loops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populated array of numbers, cycle over the array to see if any numbers are odd.</a:t>
            </a:r>
          </a:p>
          <a:p>
            <a:endParaRPr lang="en-US" dirty="0"/>
          </a:p>
          <a:p>
            <a:r>
              <a:rPr lang="en-US" dirty="0"/>
              <a:t>If you find:</a:t>
            </a:r>
          </a:p>
          <a:p>
            <a:pPr lvl="1"/>
            <a:r>
              <a:rPr lang="en-US" dirty="0"/>
              <a:t> At least one odd number, print out to the user that there is at least one odd number.</a:t>
            </a:r>
          </a:p>
          <a:p>
            <a:pPr lvl="1"/>
            <a:r>
              <a:rPr lang="en-US" dirty="0"/>
              <a:t>No odd numbers, inform the user of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25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Solution: check if ‘any numbers odd’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C5A42-E498-66F0-A41B-BC067589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87" y="1600201"/>
            <a:ext cx="10840626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7263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i="1" dirty="0"/>
              <a:t>What about having a</a:t>
            </a:r>
            <a:br>
              <a:rPr lang="en-US" sz="4000" i="1" dirty="0"/>
            </a:br>
            <a:r>
              <a:rPr lang="en-US" sz="4000" i="1" dirty="0"/>
              <a:t> </a:t>
            </a:r>
            <a:br>
              <a:rPr lang="en-US" sz="4000" i="1" dirty="0"/>
            </a:br>
            <a:r>
              <a:rPr lang="en-US" sz="4000" i="1" dirty="0"/>
              <a:t>flag-based loop in a method with a </a:t>
            </a:r>
            <a:br>
              <a:rPr lang="en-US" sz="4000" i="1" dirty="0"/>
            </a:br>
            <a:br>
              <a:rPr lang="en-US" sz="4000" i="1" dirty="0"/>
            </a:br>
            <a:r>
              <a:rPr lang="en-US" sz="4000" i="1" dirty="0" err="1"/>
              <a:t>boolean</a:t>
            </a:r>
            <a:r>
              <a:rPr lang="en-US" sz="4000" i="1" dirty="0"/>
              <a:t> return type?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98542" y="5033777"/>
            <a:ext cx="76200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Calling the method and handling the returned </a:t>
            </a:r>
            <a:r>
              <a:rPr lang="en-IE" sz="2400" dirty="0" err="1"/>
              <a:t>boolean</a:t>
            </a:r>
            <a:endParaRPr lang="en-IE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781800" y="381000"/>
            <a:ext cx="54102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Code with </a:t>
            </a:r>
            <a:r>
              <a:rPr lang="en-US" sz="2400" dirty="0" err="1"/>
              <a:t>boolean</a:t>
            </a:r>
            <a:r>
              <a:rPr lang="en-US" sz="2400" dirty="0"/>
              <a:t> return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13878-A2D6-F562-2320-25737192C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695" y="1066800"/>
            <a:ext cx="9584610" cy="3968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2379E-454B-235C-F88F-5B80CC2B6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5562600"/>
            <a:ext cx="7772400" cy="143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3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600201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a-shop-v1</Template>
  <TotalTime>6379</TotalTime>
  <Words>869</Words>
  <Application>Microsoft Macintosh PowerPoint</Application>
  <PresentationFormat>Widescreen</PresentationFormat>
  <Paragraphs>115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a-processing-mouse-event-methods</vt:lpstr>
      <vt:lpstr>Menu Driven Apps</vt:lpstr>
      <vt:lpstr>Topics list</vt:lpstr>
      <vt:lpstr>Recap - Loop Control Variable</vt:lpstr>
      <vt:lpstr>Topics list</vt:lpstr>
      <vt:lpstr>Recap - Counter-Controlled for Loop</vt:lpstr>
      <vt:lpstr>Recap - Counter-Controlled Loops</vt:lpstr>
      <vt:lpstr>Recap - Counter-Controlled for Loop</vt:lpstr>
      <vt:lpstr>Topics list</vt:lpstr>
      <vt:lpstr>Sentinel-based loops</vt:lpstr>
      <vt:lpstr>Structure</vt:lpstr>
      <vt:lpstr>Try this exercise</vt:lpstr>
      <vt:lpstr>Solution</vt:lpstr>
      <vt:lpstr>Next step in the exercise</vt:lpstr>
      <vt:lpstr>Code with number of inputs</vt:lpstr>
      <vt:lpstr>Try this now - using arrays</vt:lpstr>
      <vt:lpstr>Solution – storing inputs</vt:lpstr>
      <vt:lpstr>Sentinel based loops and menus</vt:lpstr>
      <vt:lpstr>Topics list</vt:lpstr>
      <vt:lpstr>Flag-Based Loops</vt:lpstr>
      <vt:lpstr>Flag-Based Loops - example</vt:lpstr>
      <vt:lpstr>Solution: check if ‘any numbers odd’</vt:lpstr>
      <vt:lpstr>PowerPoint Presentation</vt:lpstr>
      <vt:lpstr>Code with boolean return type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100</cp:revision>
  <dcterms:created xsi:type="dcterms:W3CDTF">2006-08-16T00:00:00Z</dcterms:created>
  <dcterms:modified xsi:type="dcterms:W3CDTF">2025-11-11T15:27:03Z</dcterms:modified>
</cp:coreProperties>
</file>