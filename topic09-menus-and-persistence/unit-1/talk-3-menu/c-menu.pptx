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83" r:id="rId2"/>
    <p:sldId id="392" r:id="rId3"/>
    <p:sldId id="454" r:id="rId4"/>
    <p:sldId id="343" r:id="rId5"/>
    <p:sldId id="345" r:id="rId6"/>
    <p:sldId id="457" r:id="rId7"/>
    <p:sldId id="455" r:id="rId8"/>
    <p:sldId id="350" r:id="rId9"/>
    <p:sldId id="406" r:id="rId10"/>
    <p:sldId id="456" r:id="rId11"/>
    <p:sldId id="407" r:id="rId12"/>
    <p:sldId id="408" r:id="rId13"/>
    <p:sldId id="342" r:id="rId14"/>
    <p:sldId id="34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28" autoAdjust="0"/>
    <p:restoredTop sz="94638"/>
  </p:normalViewPr>
  <p:slideViewPr>
    <p:cSldViewPr>
      <p:cViewPr varScale="1">
        <p:scale>
          <a:sx n="90" d="100"/>
          <a:sy n="90" d="100"/>
        </p:scale>
        <p:origin x="240" y="6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11/11/2025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private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runMenu</a:t>
            </a:r>
            <a:r>
              <a:rPr lang="en-GB" dirty="0"/>
              <a:t>(){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int </a:t>
            </a:r>
            <a:r>
              <a:rPr lang="en-GB" dirty="0"/>
              <a:t>option = </a:t>
            </a:r>
            <a:r>
              <a:rPr lang="en-GB" dirty="0" err="1">
                <a:solidFill>
                  <a:srgbClr val="000000"/>
                </a:solidFill>
                <a:effectLst/>
              </a:rPr>
              <a:t>ScannerInput</a:t>
            </a:r>
            <a:r>
              <a:rPr lang="en-GB" dirty="0" err="1"/>
              <a:t>.</a:t>
            </a:r>
            <a:r>
              <a:rPr lang="en-GB" i="1" dirty="0" err="1">
                <a:effectLst/>
              </a:rPr>
              <a:t>readNextInt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"Choose a number between 1 and 3:"</a:t>
            </a:r>
            <a:r>
              <a:rPr lang="en-GB" dirty="0"/>
              <a:t>);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while </a:t>
            </a:r>
            <a:r>
              <a:rPr lang="en-GB" dirty="0"/>
              <a:t>(option != </a:t>
            </a:r>
            <a:r>
              <a:rPr lang="en-GB" dirty="0">
                <a:solidFill>
                  <a:srgbClr val="1750EB"/>
                </a:solidFill>
                <a:effectLst/>
              </a:rPr>
              <a:t>0</a:t>
            </a:r>
            <a:r>
              <a:rPr lang="en-GB" dirty="0"/>
              <a:t>){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(option){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1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"You chose 1"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2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"You chose 2"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3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"You chose 3"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"Invalid option entered: " </a:t>
            </a:r>
            <a:r>
              <a:rPr lang="en-GB" dirty="0"/>
              <a:t>+ option);</a:t>
            </a:r>
            <a:br>
              <a:rPr lang="en-GB" dirty="0"/>
            </a:br>
            <a:r>
              <a:rPr lang="en-GB" dirty="0"/>
              <a:t>        }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    option = </a:t>
            </a:r>
            <a:r>
              <a:rPr lang="en-GB" dirty="0" err="1">
                <a:solidFill>
                  <a:srgbClr val="000000"/>
                </a:solidFill>
                <a:effectLst/>
              </a:rPr>
              <a:t>ScannerInput</a:t>
            </a:r>
            <a:r>
              <a:rPr lang="en-GB" dirty="0" err="1"/>
              <a:t>.</a:t>
            </a:r>
            <a:r>
              <a:rPr lang="en-GB" i="1" dirty="0" err="1">
                <a:effectLst/>
              </a:rPr>
              <a:t>readNextInt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"Choose a number between 1 and 3:"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71169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23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AB13D9-B7A5-0614-4651-2F9977D9191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B6F98E-998E-0C49-19D0-BD928FADEDE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350EAD-DC44-A3A0-38C6-89949173DFA9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A5BAE7-F025-E7AA-CC28-2912EB5FA029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02B62B-327E-46A8-7FF2-4CBB132E7A84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404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38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E7CBAE-0172-1E89-E84D-992B775618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50A73E-1B0E-99B0-1273-3679BDBB151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674E79-66F0-A4C7-FF39-5F928B7C9A5B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B04098-8A23-57A3-2915-25731CE7473F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C0F046F-A0FD-AEEA-A26E-2092B022C8E2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114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2CD0C1-F3B9-C92E-D990-6E9A57623D5A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B2DBB3-4EEF-3DFF-199A-BA6AB3793D3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457289-6BB4-E107-2E46-8D2073E3415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C96B24-4FB1-4675-7F08-ABD63249597F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862CED-71C0-9572-D65B-2963289C1AA2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700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1A815F-BB18-F13C-32C4-8E79100BCF8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0757EC-8007-C46D-7D50-F765C16D5B9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082DFA-2D0D-E3FC-D879-A6D24EF7B7A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E06108-528A-AEA9-20DD-EFEDC52F575D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7DD1D8-BAD2-CE0E-ACF8-F8BD59830139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993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74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63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36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7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22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118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2434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78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71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1841" y="1044576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Menu Driven Apps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641" y="5715001"/>
            <a:ext cx="3771900" cy="84772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77000" y="58922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http://www.wit.ie/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F220A-876A-4FD4-A501-DF5ED9B43E8A}"/>
              </a:ext>
            </a:extLst>
          </p:cNvPr>
          <p:cNvSpPr txBox="1"/>
          <p:nvPr/>
        </p:nvSpPr>
        <p:spPr>
          <a:xfrm>
            <a:off x="3810000" y="3817204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Maireád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Drohan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CFDB5CD-E783-4C31-B4C7-D02ABF6F299A}"/>
              </a:ext>
            </a:extLst>
          </p:cNvPr>
          <p:cNvSpPr txBox="1">
            <a:spLocks/>
          </p:cNvSpPr>
          <p:nvPr/>
        </p:nvSpPr>
        <p:spPr>
          <a:xfrm>
            <a:off x="2328041" y="22860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Loops, menus and the switch statement</a:t>
            </a:r>
          </a:p>
        </p:txBody>
      </p:sp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/>
          </a:bodyPr>
          <a:lstStyle/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19112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06552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/>
          </a:bodyPr>
          <a:lstStyle/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5489" y="19812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33779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6C025C-B06A-4E57-9483-0F0C5B0DF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283" y="1898985"/>
            <a:ext cx="8902117" cy="44817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Now loop on the switch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725" y="2921168"/>
            <a:ext cx="2057400" cy="1015663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E" sz="2000" dirty="0"/>
              <a:t>Note the use of the Loop Control Variable, </a:t>
            </a:r>
            <a:r>
              <a:rPr lang="en-IE" sz="2000" b="1" dirty="0">
                <a:solidFill>
                  <a:schemeClr val="bg1"/>
                </a:solidFill>
              </a:rPr>
              <a:t>option</a:t>
            </a:r>
            <a:r>
              <a:rPr lang="en-IE" sz="2000" dirty="0"/>
              <a:t>.</a:t>
            </a:r>
          </a:p>
        </p:txBody>
      </p:sp>
      <p:cxnSp>
        <p:nvCxnSpPr>
          <p:cNvPr id="6" name="Straight Arrow Connector 5"/>
          <p:cNvCxnSpPr>
            <a:cxnSpLocks/>
            <a:stCxn id="3" idx="3"/>
          </p:cNvCxnSpPr>
          <p:nvPr/>
        </p:nvCxnSpPr>
        <p:spPr>
          <a:xfrm flipV="1">
            <a:off x="2382125" y="2628900"/>
            <a:ext cx="665875" cy="8001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/>
            <a:stCxn id="3" idx="3"/>
          </p:cNvCxnSpPr>
          <p:nvPr/>
        </p:nvCxnSpPr>
        <p:spPr>
          <a:xfrm flipV="1">
            <a:off x="2382125" y="3200400"/>
            <a:ext cx="665875" cy="2286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  <a:stCxn id="3" idx="3"/>
          </p:cNvCxnSpPr>
          <p:nvPr/>
        </p:nvCxnSpPr>
        <p:spPr>
          <a:xfrm>
            <a:off x="2382125" y="3429000"/>
            <a:ext cx="1123075" cy="21336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565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This gives the following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5E874B-FBE7-4686-AA8E-C727ADC1B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1559943"/>
            <a:ext cx="6285568" cy="31644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A9A611-68E7-450E-921B-6F9EA2A9D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2418072"/>
            <a:ext cx="5243766" cy="41427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897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00CB6-BA6A-47E2-9B03-089A26EBD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If you wanted more than one line of code associated with a case, just declare a code block:</a:t>
            </a:r>
            <a:endParaRPr lang="en-V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102DD-344B-4594-A85B-8B9658F6A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640502"/>
            <a:ext cx="8458200" cy="4920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Arrow: Left 6">
            <a:extLst>
              <a:ext uri="{FF2B5EF4-FFF2-40B4-BE49-F238E27FC236}">
                <a16:creationId xmlns:a16="http://schemas.microsoft.com/office/drawing/2014/main" id="{82A09FB7-4351-4726-B838-47229D14FDBB}"/>
              </a:ext>
            </a:extLst>
          </p:cNvPr>
          <p:cNvSpPr/>
          <p:nvPr/>
        </p:nvSpPr>
        <p:spPr>
          <a:xfrm>
            <a:off x="6934200" y="3383936"/>
            <a:ext cx="1219200" cy="685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786586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/>
          </a:bodyPr>
          <a:lstStyle/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25908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8943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Adding a basic menu to Shop…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2DD56C-B612-4F28-8D08-66E8BE641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981200"/>
            <a:ext cx="7517600" cy="37101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6557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4850E-FD0D-4AE2-A26F-3F544CDC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Menu to be displayed…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49070A-6EBA-4189-B1BC-2E32663EC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36" y="1752600"/>
            <a:ext cx="7603264" cy="4334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43BBB1-AACF-4EC4-AE5D-93125460DFAD}"/>
              </a:ext>
            </a:extLst>
          </p:cNvPr>
          <p:cNvSpPr/>
          <p:nvPr/>
        </p:nvSpPr>
        <p:spPr>
          <a:xfrm>
            <a:off x="6858000" y="1600200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AFAAA-213F-46B3-9DFA-D2718F5B4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2438400"/>
            <a:ext cx="3869464" cy="19096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6956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4850E-FD0D-4AE2-A26F-3F544CDC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Menu to be displayed…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49070A-6EBA-4189-B1BC-2E32663EC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36" y="1752600"/>
            <a:ext cx="7603264" cy="4334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43BBB1-AACF-4EC4-AE5D-93125460DFAD}"/>
              </a:ext>
            </a:extLst>
          </p:cNvPr>
          <p:cNvSpPr/>
          <p:nvPr/>
        </p:nvSpPr>
        <p:spPr>
          <a:xfrm>
            <a:off x="6858000" y="1600200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EC2FD1-4C69-4AB0-90B8-FA4F7890FE01}"/>
              </a:ext>
            </a:extLst>
          </p:cNvPr>
          <p:cNvSpPr/>
          <p:nvPr/>
        </p:nvSpPr>
        <p:spPr>
          <a:xfrm>
            <a:off x="8305800" y="2438400"/>
            <a:ext cx="3429000" cy="2514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We are using </a:t>
            </a:r>
            <a:r>
              <a:rPr lang="en-IE" sz="2400" dirty="0">
                <a:solidFill>
                  <a:srgbClr val="FFC000"/>
                </a:solidFill>
              </a:rPr>
              <a:t>Raw</a:t>
            </a:r>
            <a:r>
              <a:rPr lang="en-IE" sz="2400" dirty="0"/>
              <a:t> </a:t>
            </a:r>
            <a:r>
              <a:rPr lang="en-IE" sz="2400" dirty="0">
                <a:solidFill>
                  <a:srgbClr val="FFC000"/>
                </a:solidFill>
              </a:rPr>
              <a:t>Strings </a:t>
            </a:r>
            <a:r>
              <a:rPr lang="en-IE" sz="2400" dirty="0"/>
              <a:t>(the triple double quotes) to format the output for the menu.</a:t>
            </a:r>
          </a:p>
        </p:txBody>
      </p:sp>
    </p:spTree>
    <p:extLst>
      <p:ext uri="{BB962C8B-B14F-4D97-AF65-F5344CB8AC3E}">
        <p14:creationId xmlns:p14="http://schemas.microsoft.com/office/powerpoint/2010/main" val="4098638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B6B7CD-7046-4F39-BCAC-FD24F0026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67" y="1524000"/>
            <a:ext cx="8458670" cy="51390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38A9DA-942C-4113-A6A1-84A40A907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Handling the menu input…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2388D1-2654-4BAE-B675-C645D6D4A998}"/>
              </a:ext>
            </a:extLst>
          </p:cNvPr>
          <p:cNvSpPr/>
          <p:nvPr/>
        </p:nvSpPr>
        <p:spPr>
          <a:xfrm>
            <a:off x="6858000" y="1600200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</p:spTree>
    <p:extLst>
      <p:ext uri="{BB962C8B-B14F-4D97-AF65-F5344CB8AC3E}">
        <p14:creationId xmlns:p14="http://schemas.microsoft.com/office/powerpoint/2010/main" val="2881694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91C4212-052E-457C-888D-1D7B5E7F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Calling the menu on </a:t>
            </a:r>
            <a:r>
              <a:rPr lang="en-IE" dirty="0" err="1"/>
              <a:t>startup</a:t>
            </a:r>
            <a:r>
              <a:rPr lang="en-IE" dirty="0"/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2FF87-269A-470F-9CC8-EA718764B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40" y="1676400"/>
            <a:ext cx="5829560" cy="36583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87FBBB-0F47-4C66-9759-B7B6BCDD3D33}"/>
              </a:ext>
            </a:extLst>
          </p:cNvPr>
          <p:cNvSpPr/>
          <p:nvPr/>
        </p:nvSpPr>
        <p:spPr>
          <a:xfrm>
            <a:off x="4876800" y="1523254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901996-7D4B-4D26-AEE2-FEA6F3FD6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3657600"/>
            <a:ext cx="5510429" cy="27195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9862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NOTE: A simple menu using the </a:t>
            </a:r>
            <a:r>
              <a:rPr lang="en-IE" dirty="0">
                <a:solidFill>
                  <a:srgbClr val="C00000"/>
                </a:solidFill>
              </a:rPr>
              <a:t>older</a:t>
            </a:r>
            <a:r>
              <a:rPr lang="en-IE" dirty="0"/>
              <a:t> format of the switch statement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64" t="36290" r="35718" b="20564"/>
          <a:stretch/>
        </p:blipFill>
        <p:spPr bwMode="auto">
          <a:xfrm>
            <a:off x="2458065" y="1600200"/>
            <a:ext cx="7068472" cy="48004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A28D474-972B-44C1-A5C3-27CE57B27A2E}"/>
              </a:ext>
            </a:extLst>
          </p:cNvPr>
          <p:cNvSpPr/>
          <p:nvPr/>
        </p:nvSpPr>
        <p:spPr>
          <a:xfrm>
            <a:off x="8324235" y="2819400"/>
            <a:ext cx="2819400" cy="2057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/>
              <a:t>A </a:t>
            </a:r>
            <a:r>
              <a:rPr lang="en-GB" sz="2000" b="1" dirty="0">
                <a:solidFill>
                  <a:srgbClr val="C00000"/>
                </a:solidFill>
              </a:rPr>
              <a:t>break</a:t>
            </a:r>
            <a:r>
              <a:rPr lang="en-GB" sz="2000" dirty="0"/>
              <a:t> statement is needed after each case, otherwise execution “falls” into the next statement regardless.</a:t>
            </a:r>
            <a:endParaRPr lang="en-VI" sz="2000" dirty="0"/>
          </a:p>
        </p:txBody>
      </p:sp>
    </p:spTree>
    <p:extLst>
      <p:ext uri="{BB962C8B-B14F-4D97-AF65-F5344CB8AC3E}">
        <p14:creationId xmlns:p14="http://schemas.microsoft.com/office/powerpoint/2010/main" val="525648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5A9D487F-3157-9FE9-7E30-C739B06EA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019" y="1600201"/>
            <a:ext cx="4525963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a-loops</Template>
  <TotalTime>6402</TotalTime>
  <Words>335</Words>
  <Application>Microsoft Macintosh PowerPoint</Application>
  <PresentationFormat>Widescreen</PresentationFormat>
  <Paragraphs>36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a-processing-mouse-event-methods</vt:lpstr>
      <vt:lpstr>Menu Driven Apps</vt:lpstr>
      <vt:lpstr>Topics list</vt:lpstr>
      <vt:lpstr>Topics list</vt:lpstr>
      <vt:lpstr>Now loop on the switch statement</vt:lpstr>
      <vt:lpstr>This gives the following output</vt:lpstr>
      <vt:lpstr>If you wanted more than one line of code associated with a case, just declare a code block:</vt:lpstr>
      <vt:lpstr>Topics list</vt:lpstr>
      <vt:lpstr>Adding a basic menu to Shop…</vt:lpstr>
      <vt:lpstr>Menu to be displayed…</vt:lpstr>
      <vt:lpstr>Menu to be displayed…</vt:lpstr>
      <vt:lpstr>Handling the menu input…</vt:lpstr>
      <vt:lpstr>Calling the menu on startup…</vt:lpstr>
      <vt:lpstr>NOTE: A simple menu using the older format of the switch statement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Menu Driven Systems</dc:title>
  <dc:creator>Siobhan Drohan</dc:creator>
  <cp:lastModifiedBy>Mairead Meagher</cp:lastModifiedBy>
  <cp:revision>99</cp:revision>
  <dcterms:created xsi:type="dcterms:W3CDTF">2006-08-16T00:00:00Z</dcterms:created>
  <dcterms:modified xsi:type="dcterms:W3CDTF">2025-11-11T15:44:15Z</dcterms:modified>
</cp:coreProperties>
</file>