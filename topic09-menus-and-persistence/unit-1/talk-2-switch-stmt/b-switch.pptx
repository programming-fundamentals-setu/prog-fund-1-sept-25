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383" r:id="rId2"/>
    <p:sldId id="449" r:id="rId3"/>
    <p:sldId id="450" r:id="rId4"/>
    <p:sldId id="451" r:id="rId5"/>
    <p:sldId id="337" r:id="rId6"/>
    <p:sldId id="452" r:id="rId7"/>
    <p:sldId id="453" r:id="rId8"/>
    <p:sldId id="339" r:id="rId9"/>
    <p:sldId id="34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28" autoAdjust="0"/>
    <p:restoredTop sz="94638"/>
  </p:normalViewPr>
  <p:slideViewPr>
    <p:cSldViewPr>
      <p:cViewPr varScale="1">
        <p:scale>
          <a:sx n="113" d="100"/>
          <a:sy n="113" d="100"/>
        </p:scale>
        <p:origin x="528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intSwitch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>
                <a:solidFill>
                  <a:srgbClr val="000000"/>
                </a:solidFill>
                <a:effectLst/>
              </a:rPr>
              <a:t>day </a:t>
            </a:r>
            <a:r>
              <a:rPr lang="en-GB" dirty="0"/>
              <a:t>= </a:t>
            </a:r>
            <a:r>
              <a:rPr lang="en-GB" dirty="0">
                <a:solidFill>
                  <a:srgbClr val="1750EB"/>
                </a:solidFill>
                <a:effectLst/>
              </a:rPr>
              <a:t>3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>
                <a:solidFill>
                  <a:srgbClr val="000000"/>
                </a:solidFill>
                <a:effectLst/>
              </a:rPr>
              <a:t>day</a:t>
            </a:r>
            <a:r>
              <a:rPr lang="en-GB" dirty="0"/>
              <a:t>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1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"Monday"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2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"Tuesday"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3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"Wednesday"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4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"Thursday"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5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"Friday"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6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"Saturday"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7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"Sunday"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day: " </a:t>
            </a:r>
            <a:r>
              <a:rPr lang="en-GB" dirty="0"/>
              <a:t>+ </a:t>
            </a:r>
            <a:r>
              <a:rPr lang="en-GB" dirty="0">
                <a:solidFill>
                  <a:srgbClr val="000000"/>
                </a:solidFill>
                <a:effectLst/>
              </a:rPr>
              <a:t>day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446849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dirty="0"/>
            </a:br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stringSwitchLong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0000"/>
                </a:solidFill>
                <a:effectLst/>
              </a:rPr>
              <a:t>String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/>
              <a:t>= </a:t>
            </a:r>
            <a:r>
              <a:rPr lang="en-GB" dirty="0">
                <a:solidFill>
                  <a:srgbClr val="067D17"/>
                </a:solidFill>
                <a:effectLst/>
              </a:rPr>
              <a:t>"Mon"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 err="1"/>
              <a:t>.toLowerCase</a:t>
            </a:r>
            <a:r>
              <a:rPr lang="en-GB" dirty="0"/>
              <a:t>()){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mon</a:t>
            </a:r>
            <a:r>
              <a:rPr lang="en-GB" dirty="0">
                <a:solidFill>
                  <a:srgbClr val="067D17"/>
                </a:solidFill>
                <a:effectLst/>
              </a:rPr>
              <a:t>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tues</a:t>
            </a:r>
            <a:r>
              <a:rPr lang="en-GB" dirty="0">
                <a:solidFill>
                  <a:srgbClr val="067D17"/>
                </a:solidFill>
                <a:effectLst/>
              </a:rPr>
              <a:t>"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"wed"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thurs</a:t>
            </a:r>
            <a:r>
              <a:rPr lang="en-GB" dirty="0">
                <a:solidFill>
                  <a:srgbClr val="067D17"/>
                </a:solidFill>
                <a:effectLst/>
              </a:rPr>
              <a:t>"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fri</a:t>
            </a:r>
            <a:r>
              <a:rPr lang="en-GB" dirty="0">
                <a:solidFill>
                  <a:srgbClr val="067D17"/>
                </a:solidFill>
                <a:effectLst/>
              </a:rPr>
              <a:t>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"sat"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"Weekend"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"sun"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"Weekend"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day: " </a:t>
            </a:r>
            <a:r>
              <a:rPr lang="en-GB" dirty="0"/>
              <a:t>+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66013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stringSwitchCondensed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0000"/>
                </a:solidFill>
                <a:effectLst/>
              </a:rPr>
              <a:t>String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/>
              <a:t>= </a:t>
            </a:r>
            <a:r>
              <a:rPr lang="en-GB" dirty="0">
                <a:solidFill>
                  <a:srgbClr val="067D17"/>
                </a:solidFill>
                <a:effectLst/>
              </a:rPr>
              <a:t>"Mon"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 err="1"/>
              <a:t>.toLowerCase</a:t>
            </a:r>
            <a:r>
              <a:rPr lang="en-GB" dirty="0"/>
              <a:t>()){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mon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tues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"wed"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thurs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fri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br>
              <a:rPr lang="en-GB" dirty="0">
                <a:solidFill>
                  <a:srgbClr val="067D17"/>
                </a:solidFill>
                <a:effectLst/>
              </a:rPr>
            </a:br>
            <a:r>
              <a:rPr lang="en-GB" dirty="0">
                <a:solidFill>
                  <a:srgbClr val="067D17"/>
                </a:solidFill>
                <a:effectLst/>
              </a:rPr>
              <a:t>             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"sat"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"sun"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"Weekend"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day: " </a:t>
            </a:r>
            <a:r>
              <a:rPr lang="en-GB" dirty="0"/>
              <a:t>+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81984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charSwitch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char </a:t>
            </a:r>
            <a:r>
              <a:rPr lang="en-GB" dirty="0" err="1">
                <a:solidFill>
                  <a:srgbClr val="000000"/>
                </a:solidFill>
                <a:effectLst/>
              </a:rPr>
              <a:t>alphabetChar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/>
              <a:t>= </a:t>
            </a:r>
            <a:r>
              <a:rPr lang="en-GB" dirty="0">
                <a:solidFill>
                  <a:srgbClr val="067D17"/>
                </a:solidFill>
                <a:effectLst/>
              </a:rPr>
              <a:t>'B'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 err="1">
                <a:solidFill>
                  <a:srgbClr val="000000"/>
                </a:solidFill>
                <a:effectLst/>
              </a:rPr>
              <a:t>alphabetChar</a:t>
            </a:r>
            <a:r>
              <a:rPr lang="en-GB" dirty="0"/>
              <a:t>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'A'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"Apple"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'B'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"Ball"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'C'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"Cat"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'D'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"Dog"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'E'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"Elephant"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"Char not on our list yet: " </a:t>
            </a:r>
            <a:r>
              <a:rPr lang="en-GB" dirty="0"/>
              <a:t>+ </a:t>
            </a:r>
            <a:r>
              <a:rPr lang="en-GB" dirty="0" err="1">
                <a:solidFill>
                  <a:srgbClr val="000000"/>
                </a:solidFill>
                <a:effectLst/>
              </a:rPr>
              <a:t>alphabetChar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92363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4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A5BAE7-F025-E7AA-CC28-2912EB5FA02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A46BCF-8A69-ABA0-B94E-BCBB5B1D3BDF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43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149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B04098-8A23-57A3-2915-25731CE7473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5FA51B-01F7-8E2E-232B-B1A00DE96A56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9337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C96B24-4FB1-4675-7F08-ABD63249597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458C4E-4FCB-4C5D-8096-7CB557A56B8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8681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E06108-528A-AEA9-20DD-EFEDC52F575D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24C0D8F-AFB3-61A3-FB3D-E49E49A2799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950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402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86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190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9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578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309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76696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814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27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codeleak.pl/2020/05/switch-as-an-expression-in-java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0445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Switch Statement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58922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http://www.wit.ie/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F220A-876A-4FD4-A501-DF5ED9B43E8A}"/>
              </a:ext>
            </a:extLst>
          </p:cNvPr>
          <p:cNvSpPr txBox="1"/>
          <p:nvPr/>
        </p:nvSpPr>
        <p:spPr>
          <a:xfrm>
            <a:off x="3810000" y="3817204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Maireád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CFDB5CD-E783-4C31-B4C7-D02ABF6F299A}"/>
              </a:ext>
            </a:extLst>
          </p:cNvPr>
          <p:cNvSpPr txBox="1">
            <a:spLocks/>
          </p:cNvSpPr>
          <p:nvPr/>
        </p:nvSpPr>
        <p:spPr>
          <a:xfrm>
            <a:off x="2328041" y="22860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0DEF51-014C-2376-2BCC-C651C832EA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64" y="5630685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</a:t>
            </a:r>
            <a:r>
              <a:rPr lang="en-IE" b="1" dirty="0"/>
              <a:t>switch</a:t>
            </a:r>
            <a:r>
              <a:rPr lang="en-IE" dirty="0"/>
              <a:t>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E" sz="1600" dirty="0"/>
          </a:p>
          <a:p>
            <a:r>
              <a:rPr lang="en-GB" altLang="en-US" dirty="0"/>
              <a:t>The switch statement works in exactly the same way as a </a:t>
            </a:r>
            <a:r>
              <a:rPr lang="en-GB" altLang="en-US" b="1" dirty="0"/>
              <a:t>set of if </a:t>
            </a:r>
            <a:r>
              <a:rPr lang="en-GB" altLang="en-US" dirty="0"/>
              <a:t>statements, </a:t>
            </a:r>
            <a:br>
              <a:rPr lang="en-GB" altLang="en-US" dirty="0"/>
            </a:br>
            <a:r>
              <a:rPr lang="en-GB" altLang="en-US" dirty="0"/>
              <a:t>but is more compact and readable. </a:t>
            </a:r>
          </a:p>
          <a:p>
            <a:endParaRPr lang="en-IE" dirty="0"/>
          </a:p>
          <a:p>
            <a:r>
              <a:rPr lang="en-IE" dirty="0"/>
              <a:t>The </a:t>
            </a:r>
            <a:r>
              <a:rPr lang="en-IE" i="1" dirty="0"/>
              <a:t>switch statement </a:t>
            </a:r>
            <a:r>
              <a:rPr lang="en-IE" dirty="0"/>
              <a:t>switches on a single </a:t>
            </a:r>
            <a:r>
              <a:rPr lang="en-IE" b="1" dirty="0"/>
              <a:t>value</a:t>
            </a:r>
            <a:r>
              <a:rPr lang="en-IE" dirty="0"/>
              <a:t> to one of an arbitrary number of </a:t>
            </a:r>
            <a:r>
              <a:rPr lang="en-IE" b="1" dirty="0"/>
              <a:t>cases</a:t>
            </a:r>
            <a:r>
              <a:rPr lang="en-IE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865126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The </a:t>
            </a:r>
            <a:r>
              <a:rPr lang="en-IE" b="1" dirty="0"/>
              <a:t>switch</a:t>
            </a:r>
            <a:r>
              <a:rPr lang="en-IE" dirty="0"/>
              <a:t> </a:t>
            </a:r>
            <a:br>
              <a:rPr lang="en-IE" dirty="0"/>
            </a:br>
            <a:r>
              <a:rPr lang="en-IE" dirty="0"/>
              <a:t>statement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247660"/>
            <a:ext cx="4724400" cy="63357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2300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switch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752601"/>
            <a:ext cx="11125200" cy="3840163"/>
          </a:xfrm>
        </p:spPr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i="1" dirty="0"/>
              <a:t>switch </a:t>
            </a:r>
            <a:r>
              <a:rPr lang="en-IE" dirty="0"/>
              <a:t>statement can have any number of </a:t>
            </a:r>
            <a:r>
              <a:rPr lang="en-IE" b="1" dirty="0"/>
              <a:t>case </a:t>
            </a:r>
            <a:r>
              <a:rPr lang="en-IE" dirty="0"/>
              <a:t>labels.</a:t>
            </a:r>
          </a:p>
          <a:p>
            <a:endParaRPr lang="en-IE" dirty="0"/>
          </a:p>
          <a:p>
            <a:r>
              <a:rPr lang="en-IE" dirty="0"/>
              <a:t>The </a:t>
            </a:r>
            <a:r>
              <a:rPr lang="en-IE" b="1" dirty="0"/>
              <a:t>default </a:t>
            </a:r>
            <a:r>
              <a:rPr lang="en-IE" dirty="0"/>
              <a:t>case is optional; if no default is given, it may happen that no case is executed.</a:t>
            </a:r>
          </a:p>
          <a:p>
            <a:endParaRPr lang="en-IE" dirty="0"/>
          </a:p>
          <a:p>
            <a:r>
              <a:rPr lang="en-IE" dirty="0"/>
              <a:t>Can </a:t>
            </a:r>
            <a:r>
              <a:rPr lang="en-IE" i="1" dirty="0"/>
              <a:t>switch</a:t>
            </a:r>
            <a:r>
              <a:rPr lang="en-IE" dirty="0"/>
              <a:t> on </a:t>
            </a:r>
            <a:r>
              <a:rPr lang="en-IE" b="1" dirty="0">
                <a:solidFill>
                  <a:srgbClr val="C00000"/>
                </a:solidFill>
              </a:rPr>
              <a:t>int</a:t>
            </a:r>
            <a:r>
              <a:rPr lang="en-IE" dirty="0"/>
              <a:t>, </a:t>
            </a:r>
            <a:r>
              <a:rPr lang="en-IE" b="1" dirty="0">
                <a:solidFill>
                  <a:srgbClr val="C00000"/>
                </a:solidFill>
              </a:rPr>
              <a:t>char</a:t>
            </a:r>
            <a:r>
              <a:rPr lang="en-IE" dirty="0"/>
              <a:t> or </a:t>
            </a:r>
            <a:r>
              <a:rPr lang="en-IE" b="1" dirty="0">
                <a:solidFill>
                  <a:srgbClr val="C00000"/>
                </a:solidFill>
              </a:rPr>
              <a:t>String</a:t>
            </a:r>
            <a:r>
              <a:rPr lang="en-IE" dirty="0"/>
              <a:t>.</a:t>
            </a:r>
          </a:p>
          <a:p>
            <a:endParaRPr lang="en-I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5F098-7858-4D06-BA08-534B0CE603C6}"/>
              </a:ext>
            </a:extLst>
          </p:cNvPr>
          <p:cNvSpPr txBox="1"/>
          <p:nvPr/>
        </p:nvSpPr>
        <p:spPr>
          <a:xfrm>
            <a:off x="1828800" y="6398696"/>
            <a:ext cx="853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Good Resource: </a:t>
            </a:r>
            <a:r>
              <a:rPr lang="en-VI" dirty="0">
                <a:hlinkClick r:id="rId2"/>
              </a:rPr>
              <a:t>https://blog.codeleak.pl/2020/05/switch-as-an-expression-in-java.html</a:t>
            </a:r>
            <a:r>
              <a:rPr lang="en-GB" dirty="0"/>
              <a:t> 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386768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 err="1">
                <a:solidFill>
                  <a:srgbClr val="FF0000"/>
                </a:solidFill>
              </a:rPr>
              <a:t>int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6D72F-D372-4E04-B4B6-B8E055594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00200"/>
            <a:ext cx="7374589" cy="44820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91B7A6-452D-47AE-8303-165026E8A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4947183"/>
            <a:ext cx="4047390" cy="16361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369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>
                <a:solidFill>
                  <a:srgbClr val="FF0000"/>
                </a:solidFill>
              </a:rPr>
              <a:t>String </a:t>
            </a:r>
            <a:r>
              <a:rPr lang="en-IE" dirty="0"/>
              <a:t>example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2172DD-53B4-4F78-901F-1FDF54015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05000"/>
            <a:ext cx="7561258" cy="42423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FF17F7-1545-4904-AE65-9D63BE8F8D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090815"/>
            <a:ext cx="4356926" cy="18707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99316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>
                <a:solidFill>
                  <a:srgbClr val="FF0000"/>
                </a:solidFill>
              </a:rPr>
              <a:t>String </a:t>
            </a:r>
            <a:r>
              <a:rPr lang="en-IE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2EF6DC-4271-435B-ADAC-2C1DB12BD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895600"/>
            <a:ext cx="7339388" cy="31046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98D660-6C57-40AC-BD8D-285DCEE56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090815"/>
            <a:ext cx="4356926" cy="18707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3799E8E-EB2D-44A7-8FE6-5702DD1D0077}"/>
              </a:ext>
            </a:extLst>
          </p:cNvPr>
          <p:cNvSpPr/>
          <p:nvPr/>
        </p:nvSpPr>
        <p:spPr>
          <a:xfrm>
            <a:off x="1676400" y="1873226"/>
            <a:ext cx="5486400" cy="76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DRY code – Don’t Repeat Yourself!</a:t>
            </a:r>
            <a:endParaRPr lang="en-VI" sz="2800" dirty="0"/>
          </a:p>
        </p:txBody>
      </p:sp>
    </p:spTree>
    <p:extLst>
      <p:ext uri="{BB962C8B-B14F-4D97-AF65-F5344CB8AC3E}">
        <p14:creationId xmlns:p14="http://schemas.microsoft.com/office/powerpoint/2010/main" val="1011378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>
                <a:solidFill>
                  <a:srgbClr val="FF0000"/>
                </a:solidFill>
              </a:rPr>
              <a:t>char </a:t>
            </a:r>
            <a:r>
              <a:rPr lang="en-IE" dirty="0"/>
              <a:t>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915B61-508B-4A8D-B9B7-03592883F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86000"/>
            <a:ext cx="9924976" cy="3886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C02965-4598-454F-8107-49BBDCAA43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6857" y="1913950"/>
            <a:ext cx="4691743" cy="14567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8967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A9D487F-3157-9FE9-7E30-C739B06EA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19" y="1600201"/>
            <a:ext cx="4525963" cy="45259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a-loops</Template>
  <TotalTime>6355</TotalTime>
  <Words>661</Words>
  <Application>Microsoft Macintosh PowerPoint</Application>
  <PresentationFormat>Widescreen</PresentationFormat>
  <Paragraphs>35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a-processing-mouse-event-methods</vt:lpstr>
      <vt:lpstr>Switch Statement</vt:lpstr>
      <vt:lpstr>The switch statement</vt:lpstr>
      <vt:lpstr>The switch  statement</vt:lpstr>
      <vt:lpstr>The switch statement</vt:lpstr>
      <vt:lpstr>The switch statement – int example</vt:lpstr>
      <vt:lpstr>The switch statement – String example</vt:lpstr>
      <vt:lpstr>The switch statement – String example</vt:lpstr>
      <vt:lpstr>The switch statement – char example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Menu Driven Systems</dc:title>
  <dc:creator>Siobhan Drohan</dc:creator>
  <cp:lastModifiedBy>Mairead Meagher</cp:lastModifiedBy>
  <cp:revision>99</cp:revision>
  <dcterms:created xsi:type="dcterms:W3CDTF">2006-08-16T00:00:00Z</dcterms:created>
  <dcterms:modified xsi:type="dcterms:W3CDTF">2025-11-11T15:33:36Z</dcterms:modified>
</cp:coreProperties>
</file>