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450" r:id="rId3"/>
    <p:sldId id="451" r:id="rId4"/>
    <p:sldId id="452" r:id="rId5"/>
    <p:sldId id="453" r:id="rId6"/>
    <p:sldId id="260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70" autoAdjust="0"/>
    <p:restoredTop sz="80432" autoAdjust="0"/>
  </p:normalViewPr>
  <p:slideViewPr>
    <p:cSldViewPr>
      <p:cViewPr varScale="1">
        <p:scale>
          <a:sx n="77" d="100"/>
          <a:sy n="77" d="100"/>
        </p:scale>
        <p:origin x="1214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317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Why Use Separate Classes and a Driver in Java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Building clear, modular Java programs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DF6B2-F5AD-48F4-BADC-FEFD405BA4BC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377A2E-5651-1569-F993-3AA241B6344E}"/>
              </a:ext>
            </a:extLst>
          </p:cNvPr>
          <p:cNvSpPr txBox="1"/>
          <p:nvPr/>
        </p:nvSpPr>
        <p:spPr>
          <a:xfrm>
            <a:off x="3962400" y="5986193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715B0E-E11E-F582-7842-6FEA4F460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863B-398B-B09F-A955-1B7D56DF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Organising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20B8-E72F-2AE9-92EC-E121F0E6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Everything in Java is a class</a:t>
            </a:r>
          </a:p>
          <a:p>
            <a:r>
              <a:rPr lang="en-US" dirty="0"/>
              <a:t>Class with methods → contains logic, tasks, reusable functionality</a:t>
            </a:r>
          </a:p>
          <a:p>
            <a:r>
              <a:rPr lang="en-US" dirty="0"/>
              <a:t>Driver class → contains main(), runs the program</a:t>
            </a:r>
          </a:p>
          <a:p>
            <a:r>
              <a:rPr lang="en-US" dirty="0"/>
              <a:t>Separating them keeps responsibilities clear and code structured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9857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E8F9-8FDE-515D-D596-C61DE4F3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Separate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635C-1AE7-2732-99A7-71BB5188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Cleaner, modular code</a:t>
            </a:r>
          </a:p>
          <a:p>
            <a:r>
              <a:rPr lang="en-US" dirty="0"/>
              <a:t>Easier testing of methods</a:t>
            </a:r>
          </a:p>
          <a:p>
            <a:r>
              <a:rPr lang="en-US" dirty="0"/>
              <a:t>Methods can be reused in other programs</a:t>
            </a:r>
          </a:p>
          <a:p>
            <a:r>
              <a:rPr lang="en-US" dirty="0"/>
              <a:t>main() becomes a simple controller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0574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8E51-326E-76D1-5F2A-9A5E0C2C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201400" cy="1782762"/>
          </a:xfrm>
        </p:spPr>
        <p:txBody>
          <a:bodyPr>
            <a:normAutofit fontScale="90000"/>
          </a:bodyPr>
          <a:lstStyle/>
          <a:p>
            <a:r>
              <a:rPr lang="en-US" dirty="0"/>
              <a:t>“Think of your class as the </a:t>
            </a:r>
            <a:r>
              <a:rPr lang="en-US" b="1" dirty="0"/>
              <a:t>toolbox</a:t>
            </a:r>
            <a:r>
              <a:rPr lang="en-US" dirty="0"/>
              <a:t>, and the Driver as the </a:t>
            </a:r>
            <a:r>
              <a:rPr lang="en-US" b="1" dirty="0"/>
              <a:t>person using the tools</a:t>
            </a:r>
            <a:r>
              <a:rPr lang="en-US" dirty="0"/>
              <a:t>.”</a:t>
            </a:r>
            <a:br>
              <a:rPr lang="en-US" dirty="0"/>
            </a:br>
            <a:endParaRPr lang="en-I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87915D-DDB2-3D44-C0B1-A7980182782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819400"/>
            <a:ext cx="3962400" cy="2773363"/>
          </a:xfrm>
        </p:spPr>
        <p:txBody>
          <a:bodyPr/>
          <a:lstStyle/>
          <a:p>
            <a:r>
              <a:rPr lang="en-IE" dirty="0"/>
              <a:t>The Toolbox must exist before the person can use the tools</a:t>
            </a:r>
          </a:p>
          <a:p>
            <a:endParaRPr lang="en-IE" dirty="0"/>
          </a:p>
        </p:txBody>
      </p:sp>
      <p:pic>
        <p:nvPicPr>
          <p:cNvPr id="5" name="Picture 4" descr="A person holding a hammer and a toolbox&#10;&#10;AI-generated content may be incorrect.">
            <a:extLst>
              <a:ext uri="{FF2B5EF4-FFF2-40B4-BE49-F238E27FC236}">
                <a16:creationId xmlns:a16="http://schemas.microsoft.com/office/drawing/2014/main" id="{8CE0AD2F-4EEF-AF69-74B2-944E6870A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722438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2B2F-9FC9-33E2-7BFE-87AD6248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Interact (Code Example)</a:t>
            </a:r>
            <a:endParaRPr lang="en-I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561F16-D25A-ECA9-FEE5-694DFB850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915" y="1600201"/>
            <a:ext cx="3958885" cy="452596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Calculator.java</a:t>
            </a:r>
          </a:p>
          <a:p>
            <a:pPr marL="0" indent="0">
              <a:buNone/>
            </a:pPr>
            <a:r>
              <a:rPr lang="en-IE" dirty="0"/>
              <a:t>-----------------</a:t>
            </a:r>
          </a:p>
          <a:p>
            <a:pPr marL="0" indent="0">
              <a:buNone/>
            </a:pPr>
            <a:r>
              <a:rPr lang="en-IE" dirty="0"/>
              <a:t>public class Calculator {</a:t>
            </a:r>
          </a:p>
          <a:p>
            <a:pPr marL="0" indent="0">
              <a:buNone/>
            </a:pPr>
            <a:r>
              <a:rPr lang="en-IE" dirty="0"/>
              <a:t>    public int add(int x, int y) {</a:t>
            </a:r>
          </a:p>
          <a:p>
            <a:pPr marL="0" indent="0">
              <a:buNone/>
            </a:pPr>
            <a:r>
              <a:rPr lang="en-IE" dirty="0"/>
              <a:t>        return x + y;</a:t>
            </a:r>
          </a:p>
          <a:p>
            <a:pPr marL="0" indent="0">
              <a:buNone/>
            </a:pPr>
            <a:r>
              <a:rPr lang="en-IE" dirty="0"/>
              <a:t>    }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endParaRPr lang="en-I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85AE09-2986-C7DE-302C-1B0F35C8E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9600" y="1600201"/>
            <a:ext cx="5613400" cy="452596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CalculatorDriver.java</a:t>
            </a:r>
          </a:p>
          <a:p>
            <a:pPr marL="0" indent="0">
              <a:buNone/>
            </a:pPr>
            <a:r>
              <a:rPr lang="en-IE" dirty="0"/>
              <a:t>-----------------</a:t>
            </a:r>
          </a:p>
          <a:p>
            <a:pPr marL="0" indent="0">
              <a:buNone/>
            </a:pPr>
            <a:r>
              <a:rPr lang="en-IE" dirty="0"/>
              <a:t>public class </a:t>
            </a:r>
            <a:r>
              <a:rPr lang="en-IE" dirty="0" err="1"/>
              <a:t>CalculatorDriver</a:t>
            </a:r>
            <a:r>
              <a:rPr lang="en-IE" dirty="0"/>
              <a:t> {</a:t>
            </a:r>
          </a:p>
          <a:p>
            <a:pPr marL="0" indent="0">
              <a:buNone/>
            </a:pPr>
            <a:r>
              <a:rPr lang="en-IE" dirty="0"/>
              <a:t>    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</a:p>
          <a:p>
            <a:pPr marL="0" indent="0">
              <a:buNone/>
            </a:pPr>
            <a:r>
              <a:rPr lang="en-IE" dirty="0"/>
              <a:t>        Calculator calc = new Calculator();</a:t>
            </a:r>
          </a:p>
          <a:p>
            <a:pPr marL="0" indent="0">
              <a:buNone/>
            </a:pPr>
            <a:r>
              <a:rPr lang="en-IE" dirty="0"/>
              <a:t>        int result = </a:t>
            </a:r>
            <a:r>
              <a:rPr lang="en-IE" dirty="0" err="1"/>
              <a:t>calc.add</a:t>
            </a:r>
            <a:r>
              <a:rPr lang="en-IE" dirty="0"/>
              <a:t>(5, 3);</a:t>
            </a:r>
          </a:p>
          <a:p>
            <a:pPr marL="0" indent="0">
              <a:buNone/>
            </a:pPr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("Sum = " + result);</a:t>
            </a:r>
          </a:p>
          <a:p>
            <a:pPr marL="0" indent="0">
              <a:buNone/>
            </a:pPr>
            <a:r>
              <a:rPr lang="en-IE" dirty="0"/>
              <a:t>    }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115FD-3C91-7FC5-4085-C6652DF4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795725"/>
            <a:ext cx="1395847" cy="1207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7C7860-9D95-D15E-F0BA-6893FF2BD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795725"/>
            <a:ext cx="1156704" cy="11337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47E1602-689B-3B24-DDA4-362430DB2655}"/>
              </a:ext>
            </a:extLst>
          </p:cNvPr>
          <p:cNvSpPr/>
          <p:nvPr/>
        </p:nvSpPr>
        <p:spPr>
          <a:xfrm>
            <a:off x="5029200" y="3326469"/>
            <a:ext cx="4800600" cy="40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E1A65-9848-897C-87FC-EDC300898894}"/>
              </a:ext>
            </a:extLst>
          </p:cNvPr>
          <p:cNvSpPr txBox="1"/>
          <p:nvPr/>
        </p:nvSpPr>
        <p:spPr>
          <a:xfrm>
            <a:off x="10210800" y="3345468"/>
            <a:ext cx="169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1. Create Object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2BF979-BAC5-4581-E64E-F17BB7D9338D}"/>
              </a:ext>
            </a:extLst>
          </p:cNvPr>
          <p:cNvSpPr/>
          <p:nvPr/>
        </p:nvSpPr>
        <p:spPr>
          <a:xfrm>
            <a:off x="6553200" y="3823425"/>
            <a:ext cx="2057400" cy="40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9A724-4AA1-F81B-6D1C-E24FA8C3ABEF}"/>
              </a:ext>
            </a:extLst>
          </p:cNvPr>
          <p:cNvSpPr txBox="1"/>
          <p:nvPr/>
        </p:nvSpPr>
        <p:spPr>
          <a:xfrm>
            <a:off x="10210800" y="3750538"/>
            <a:ext cx="183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2. Invoke Method</a:t>
            </a:r>
          </a:p>
        </p:txBody>
      </p:sp>
    </p:spTree>
    <p:extLst>
      <p:ext uri="{BB962C8B-B14F-4D97-AF65-F5344CB8AC3E}">
        <p14:creationId xmlns:p14="http://schemas.microsoft.com/office/powerpoint/2010/main" val="37767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Create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Methods belong to the class</a:t>
            </a:r>
            <a:endParaRPr lang="en-IE" dirty="0"/>
          </a:p>
          <a:p>
            <a:endParaRPr dirty="0"/>
          </a:p>
          <a:p>
            <a:r>
              <a:rPr dirty="0"/>
              <a:t>You need an object to access those methods</a:t>
            </a:r>
          </a:p>
          <a:p>
            <a:pPr lvl="1"/>
            <a:r>
              <a:rPr dirty="0"/>
              <a:t>Class = blueprint </a:t>
            </a:r>
            <a:endParaRPr lang="en-IE" dirty="0"/>
          </a:p>
          <a:p>
            <a:pPr lvl="1"/>
            <a:r>
              <a:rPr dirty="0"/>
              <a:t>Object = usable 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7BB61D83-F01C-18BB-ABAD-DAADE318F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47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Why Use Separate Classes and a Driver in Java</vt:lpstr>
      <vt:lpstr>Organising Your Code</vt:lpstr>
      <vt:lpstr>Why Separate Them</vt:lpstr>
      <vt:lpstr>“Think of your class as the toolbox, and the Driver as the person using the tools.” </vt:lpstr>
      <vt:lpstr>How They Interact (Code Example)</vt:lpstr>
      <vt:lpstr>Why Create an Object?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Bespoke methods</dc:title>
  <dc:creator>Siobhan Drohan</dc:creator>
  <cp:lastModifiedBy>Siobhan Roche</cp:lastModifiedBy>
  <cp:revision>207</cp:revision>
  <dcterms:created xsi:type="dcterms:W3CDTF">2006-08-16T00:00:00Z</dcterms:created>
  <dcterms:modified xsi:type="dcterms:W3CDTF">2025-10-13T08:55:31Z</dcterms:modified>
</cp:coreProperties>
</file>