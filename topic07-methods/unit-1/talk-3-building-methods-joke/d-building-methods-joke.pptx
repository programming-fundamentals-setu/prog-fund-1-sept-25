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394" r:id="rId2"/>
    <p:sldId id="395" r:id="rId3"/>
    <p:sldId id="396" r:id="rId4"/>
    <p:sldId id="397" r:id="rId5"/>
    <p:sldId id="398" r:id="rId6"/>
    <p:sldId id="34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4" autoAdjust="0"/>
    <p:restoredTop sz="88950" autoAdjust="0"/>
  </p:normalViewPr>
  <p:slideViewPr>
    <p:cSldViewPr>
      <p:cViewPr varScale="1">
        <p:scale>
          <a:sx n="107" d="100"/>
          <a:sy n="107" d="100"/>
        </p:scale>
        <p:origin x="600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30/10/2025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346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AB13D9-B7A5-0614-4651-2F9977D9191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B6F98E-998E-0C49-19D0-BD928FADEDE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1AAB5AA-206A-E0A5-B4EF-78B50CEC9B1B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571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630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E7CBAE-0172-1E89-E84D-992B775618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50A73E-1B0E-99B0-1273-3679BDBB151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57C459-0366-C218-7627-E8BA13052584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303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92CD0C1-F3B9-C92E-D990-6E9A57623D5A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B2DBB3-4EEF-3DFF-199A-BA6AB3793D3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B37FC45-563B-79AC-3B4C-C6FE968C06AC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775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1A815F-BB18-F13C-32C4-8E79100BCF8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F0757EC-8007-C46D-7D50-F765C16D5B9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1263EA-DF0E-3BA8-BD0F-BC804C5014D7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597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055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858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9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678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120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473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07392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11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39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Worked Example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Joke Generator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2B9C0C-FB1E-41E0-9281-3F67413B6C9E}"/>
              </a:ext>
            </a:extLst>
          </p:cNvPr>
          <p:cNvSpPr txBox="1"/>
          <p:nvPr/>
        </p:nvSpPr>
        <p:spPr>
          <a:xfrm>
            <a:off x="3810000" y="3817204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Mairead Meagher</a:t>
            </a:r>
          </a:p>
          <a:p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D77DCEA-CA28-018F-FE67-6632CC4813D3}"/>
              </a:ext>
            </a:extLst>
          </p:cNvPr>
          <p:cNvSpPr txBox="1"/>
          <p:nvPr/>
        </p:nvSpPr>
        <p:spPr>
          <a:xfrm>
            <a:off x="4288221" y="6009985"/>
            <a:ext cx="6206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 err="1">
                <a:solidFill>
                  <a:schemeClr val="tx2">
                    <a:lumMod val="75000"/>
                  </a:schemeClr>
                </a:solidFill>
              </a:rPr>
              <a:t>setu.ie</a:t>
            </a:r>
            <a:endParaRPr lang="en-IE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00E79C-31C4-DF98-8B96-5EC71D63E4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5768129"/>
            <a:ext cx="1905954" cy="10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049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5A5E1-A88C-63D2-EA6E-2D0AED727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187" y="160338"/>
            <a:ext cx="10972800" cy="1143000"/>
          </a:xfrm>
        </p:spPr>
        <p:txBody>
          <a:bodyPr/>
          <a:lstStyle/>
          <a:p>
            <a:r>
              <a:rPr lang="en-IE" dirty="0"/>
              <a:t>Step 1 – The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6FAD5-BC89-A25A-E27E-4411F8E08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a small program that can:</a:t>
            </a:r>
          </a:p>
          <a:p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Tell a random joke (no input needed).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Tell a funny story using a </a:t>
            </a:r>
            <a:r>
              <a:rPr lang="en-US" b="1" dirty="0"/>
              <a:t>name</a:t>
            </a:r>
            <a:r>
              <a:rPr lang="en-US" dirty="0"/>
              <a:t> provided by the user.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Take in an </a:t>
            </a:r>
            <a:r>
              <a:rPr lang="en-US" b="1" dirty="0"/>
              <a:t>age</a:t>
            </a:r>
            <a:r>
              <a:rPr lang="en-US" dirty="0"/>
              <a:t>, calculate the age in 10 years, and return a jokey message.</a:t>
            </a:r>
          </a:p>
          <a:p>
            <a:endParaRPr lang="en-IE" dirty="0"/>
          </a:p>
        </p:txBody>
      </p:sp>
      <p:pic>
        <p:nvPicPr>
          <p:cNvPr id="1026" name="Picture 2" descr="20 Coding Jokes Programmed For Laughter ...">
            <a:extLst>
              <a:ext uri="{FF2B5EF4-FFF2-40B4-BE49-F238E27FC236}">
                <a16:creationId xmlns:a16="http://schemas.microsoft.com/office/drawing/2014/main" id="{6207E5A7-B2C5-C5B2-50ED-7D420A9CB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427" y="423070"/>
            <a:ext cx="3661682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0542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73538-15C3-ADCC-F3F9-7B71E943B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Designing the Methods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2199D9-12B5-7EF5-0389-FA97B9BC7D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7007346"/>
              </p:ext>
            </p:extLst>
          </p:nvPr>
        </p:nvGraphicFramePr>
        <p:xfrm>
          <a:off x="533400" y="2209800"/>
          <a:ext cx="11049000" cy="3048000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115867813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67663594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82908194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4131515871"/>
                    </a:ext>
                  </a:extLst>
                </a:gridCol>
              </a:tblGrid>
              <a:tr h="554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Method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dirty="0"/>
                        <a:t>Parameters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Return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965573"/>
                  </a:ext>
                </a:extLst>
              </a:tr>
              <a:tr h="554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>
                          <a:latin typeface="Courier New" panose="02070309020205020404" pitchFamily="49" charset="0"/>
                        </a:rPr>
                        <a:t>tellJoke()</a:t>
                      </a:r>
                      <a:endParaRPr lang="en-I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void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Prints a random joke.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508602"/>
                  </a:ext>
                </a:extLst>
              </a:tr>
              <a:tr h="969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>
                          <a:latin typeface="Courier New" panose="02070309020205020404" pitchFamily="49" charset="0"/>
                        </a:rPr>
                        <a:t>tellStory(String name)</a:t>
                      </a:r>
                      <a:endParaRPr lang="en-I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void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the name to tell a funny story.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703179"/>
                  </a:ext>
                </a:extLst>
              </a:tr>
              <a:tr h="969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>
                          <a:latin typeface="Courier New" panose="02070309020205020404" pitchFamily="49" charset="0"/>
                        </a:rPr>
                        <a:t>ageInTenYears(int age)</a:t>
                      </a:r>
                      <a:endParaRPr lang="en-I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Returns a message about the person’s future age.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577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286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22D43-8856-9DB5-E0F3-E7A45592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Pseudocode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FFC3DF-2738-C745-A1EF-6043CC08AF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err="1"/>
              <a:t>JokeGenerator</a:t>
            </a:r>
            <a:r>
              <a:rPr lang="en-US" dirty="0"/>
              <a:t> class: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- </a:t>
            </a:r>
            <a:r>
              <a:rPr lang="en-US" b="1" dirty="0" err="1"/>
              <a:t>tellJoke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/>
              <a:t>        Print a simple programmer joke.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- </a:t>
            </a:r>
            <a:r>
              <a:rPr lang="en-US" b="1" dirty="0" err="1"/>
              <a:t>tellStory</a:t>
            </a:r>
            <a:r>
              <a:rPr lang="en-US" b="1" dirty="0"/>
              <a:t>(name):</a:t>
            </a:r>
          </a:p>
          <a:p>
            <a:pPr marL="0" indent="0">
              <a:buNone/>
            </a:pPr>
            <a:r>
              <a:rPr lang="en-US" dirty="0"/>
              <a:t>        Print a short funny story that uses the person's name.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- </a:t>
            </a:r>
            <a:r>
              <a:rPr lang="en-US" b="1" dirty="0" err="1"/>
              <a:t>ageInTenYears</a:t>
            </a:r>
            <a:r>
              <a:rPr lang="en-US" b="1" dirty="0"/>
              <a:t>(age):</a:t>
            </a:r>
          </a:p>
          <a:p>
            <a:pPr marL="0" indent="0">
              <a:buNone/>
            </a:pPr>
            <a:r>
              <a:rPr lang="en-US" dirty="0"/>
              <a:t>        Work out age + 10.</a:t>
            </a:r>
          </a:p>
          <a:p>
            <a:pPr marL="0" indent="0">
              <a:buNone/>
            </a:pPr>
            <a:r>
              <a:rPr lang="en-US" dirty="0"/>
              <a:t>        Make a jokey message using that number.</a:t>
            </a:r>
          </a:p>
          <a:p>
            <a:pPr marL="0" indent="0">
              <a:buNone/>
            </a:pPr>
            <a:r>
              <a:rPr lang="en-US" dirty="0"/>
              <a:t>        Give the message back to whoever called it.</a:t>
            </a:r>
          </a:p>
          <a:p>
            <a:endParaRPr lang="en-I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DF209B2-5A87-EDF7-4897-2F6AD0F5B1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Driver</a:t>
            </a:r>
            <a:r>
              <a:rPr lang="en-US" dirty="0"/>
              <a:t> class: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- Start the program.</a:t>
            </a:r>
          </a:p>
          <a:p>
            <a:pPr marL="0" indent="0">
              <a:buNone/>
            </a:pPr>
            <a:r>
              <a:rPr lang="en-US" dirty="0"/>
              <a:t>    - Make a new </a:t>
            </a:r>
            <a:r>
              <a:rPr lang="en-US" dirty="0" err="1"/>
              <a:t>JokeGenerator</a:t>
            </a:r>
            <a:r>
              <a:rPr lang="en-US" dirty="0"/>
              <a:t> object called joker.</a:t>
            </a:r>
          </a:p>
          <a:p>
            <a:pPr marL="0" indent="0">
              <a:buNone/>
            </a:pPr>
            <a:r>
              <a:rPr lang="en-US" dirty="0"/>
              <a:t>    - Call joker's </a:t>
            </a:r>
            <a:r>
              <a:rPr lang="en-US" dirty="0" err="1"/>
              <a:t>tellJoke</a:t>
            </a:r>
            <a:r>
              <a:rPr lang="en-US" dirty="0"/>
              <a:t> method.</a:t>
            </a:r>
          </a:p>
          <a:p>
            <a:pPr marL="0" indent="0">
              <a:buNone/>
            </a:pPr>
            <a:r>
              <a:rPr lang="en-US" dirty="0"/>
              <a:t>    - Ask the user for their name.</a:t>
            </a:r>
          </a:p>
          <a:p>
            <a:pPr marL="0" indent="0">
              <a:buNone/>
            </a:pPr>
            <a:r>
              <a:rPr lang="en-US" dirty="0"/>
              <a:t>    - Call joker's </a:t>
            </a:r>
            <a:r>
              <a:rPr lang="en-US" dirty="0" err="1"/>
              <a:t>tellStory</a:t>
            </a:r>
            <a:r>
              <a:rPr lang="en-US" dirty="0"/>
              <a:t>, passing in the name.</a:t>
            </a:r>
          </a:p>
          <a:p>
            <a:pPr marL="0" indent="0">
              <a:buNone/>
            </a:pPr>
            <a:r>
              <a:rPr lang="en-US" dirty="0"/>
              <a:t>    - Ask the user for their age.</a:t>
            </a:r>
          </a:p>
          <a:p>
            <a:pPr marL="0" indent="0">
              <a:buNone/>
            </a:pPr>
            <a:r>
              <a:rPr lang="en-US" dirty="0"/>
              <a:t>    - Call joker's </a:t>
            </a:r>
            <a:r>
              <a:rPr lang="en-US" dirty="0" err="1"/>
              <a:t>ageInTenYears</a:t>
            </a:r>
            <a:r>
              <a:rPr lang="en-US" dirty="0"/>
              <a:t>, store the message.</a:t>
            </a:r>
          </a:p>
          <a:p>
            <a:pPr marL="0" indent="0">
              <a:buNone/>
            </a:pPr>
            <a:r>
              <a:rPr lang="en-US" dirty="0"/>
              <a:t>    - Print the message.</a:t>
            </a:r>
          </a:p>
          <a:p>
            <a:pPr marL="0" indent="0">
              <a:buNone/>
            </a:pPr>
            <a:r>
              <a:rPr lang="en-US" dirty="0"/>
              <a:t>    - Program ends.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659948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A7A3E-AF44-F093-55DD-F20D04B10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Java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D1F4F-D28D-9A7C-57B9-BA0E9581E9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1434493"/>
            <a:ext cx="5689600" cy="4708526"/>
          </a:xfr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E" sz="5600" dirty="0"/>
              <a:t>public class </a:t>
            </a:r>
            <a:r>
              <a:rPr lang="en-IE" sz="5600" dirty="0" err="1"/>
              <a:t>JokeGenerator</a:t>
            </a:r>
            <a:r>
              <a:rPr lang="en-IE" sz="5600" dirty="0"/>
              <a:t> {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// Method 1: No parameters, no return</a:t>
            </a:r>
          </a:p>
          <a:p>
            <a:pPr marL="0" indent="0">
              <a:buNone/>
            </a:pPr>
            <a:r>
              <a:rPr lang="en-IE" sz="5600" dirty="0"/>
              <a:t>    public void </a:t>
            </a:r>
            <a:r>
              <a:rPr lang="en-IE" sz="5600" dirty="0" err="1"/>
              <a:t>tellJoke</a:t>
            </a:r>
            <a:r>
              <a:rPr lang="en-IE" sz="5600" dirty="0"/>
              <a:t>() {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System.out.println</a:t>
            </a:r>
            <a:r>
              <a:rPr lang="en-IE" sz="5600" dirty="0"/>
              <a:t>("Why don’t programmers like nature? It has too many bugs!");</a:t>
            </a:r>
          </a:p>
          <a:p>
            <a:pPr marL="0" indent="0">
              <a:buNone/>
            </a:pPr>
            <a:r>
              <a:rPr lang="en-IE" sz="5600" dirty="0"/>
              <a:t>    }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// Method 2: Parameter, no return</a:t>
            </a:r>
          </a:p>
          <a:p>
            <a:pPr marL="0" indent="0">
              <a:buNone/>
            </a:pPr>
            <a:r>
              <a:rPr lang="en-IE" sz="5600" dirty="0"/>
              <a:t>    public void </a:t>
            </a:r>
            <a:r>
              <a:rPr lang="en-IE" sz="5600" dirty="0" err="1"/>
              <a:t>tellStory</a:t>
            </a:r>
            <a:r>
              <a:rPr lang="en-IE" sz="5600" dirty="0"/>
              <a:t>(String name) {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System.out.println</a:t>
            </a:r>
            <a:r>
              <a:rPr lang="en-IE" sz="5600" dirty="0"/>
              <a:t>("Once upon a time, " + name + " tried to debug code at 3am...");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System.out.println</a:t>
            </a:r>
            <a:r>
              <a:rPr lang="en-IE" sz="5600" dirty="0"/>
              <a:t>("The bug fixed itself. Legends still talk about it.");</a:t>
            </a:r>
          </a:p>
          <a:p>
            <a:pPr marL="0" indent="0">
              <a:buNone/>
            </a:pPr>
            <a:r>
              <a:rPr lang="en-IE" sz="5600" dirty="0"/>
              <a:t>    }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// Method 3: Parameter and return value</a:t>
            </a:r>
          </a:p>
          <a:p>
            <a:pPr marL="0" indent="0">
              <a:buNone/>
            </a:pPr>
            <a:r>
              <a:rPr lang="en-IE" sz="5600" dirty="0"/>
              <a:t>    public String </a:t>
            </a:r>
            <a:r>
              <a:rPr lang="en-IE" sz="5600" dirty="0" err="1"/>
              <a:t>ageInTenYears</a:t>
            </a:r>
            <a:r>
              <a:rPr lang="en-IE" sz="5600" dirty="0"/>
              <a:t>(int age) {</a:t>
            </a:r>
          </a:p>
          <a:p>
            <a:pPr marL="0" indent="0">
              <a:buNone/>
            </a:pPr>
            <a:r>
              <a:rPr lang="en-IE" sz="5600" dirty="0"/>
              <a:t>        int </a:t>
            </a:r>
            <a:r>
              <a:rPr lang="en-IE" sz="5600" dirty="0" err="1"/>
              <a:t>futureAge</a:t>
            </a:r>
            <a:r>
              <a:rPr lang="en-IE" sz="5600" dirty="0"/>
              <a:t> = age + 10;</a:t>
            </a:r>
          </a:p>
          <a:p>
            <a:pPr marL="0" indent="0">
              <a:buNone/>
            </a:pPr>
            <a:r>
              <a:rPr lang="en-IE" sz="5600" dirty="0"/>
              <a:t>        return "In 10 years, you'll be " + </a:t>
            </a:r>
            <a:r>
              <a:rPr lang="en-IE" sz="5600" dirty="0" err="1"/>
              <a:t>futureAge</a:t>
            </a:r>
            <a:r>
              <a:rPr lang="en-IE" sz="5600" dirty="0"/>
              <a:t> + " years old — still debugging!";</a:t>
            </a:r>
          </a:p>
          <a:p>
            <a:pPr marL="0" indent="0">
              <a:buNone/>
            </a:pPr>
            <a:r>
              <a:rPr lang="en-IE" sz="5600" dirty="0"/>
              <a:t>    }</a:t>
            </a:r>
          </a:p>
          <a:p>
            <a:pPr marL="0" indent="0">
              <a:buNone/>
            </a:pPr>
            <a:r>
              <a:rPr lang="en-IE" sz="5600" dirty="0"/>
              <a:t>}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5F669-C767-C4EA-2242-C90923286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441957"/>
            <a:ext cx="5486400" cy="5257799"/>
          </a:xfr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E" sz="5600" dirty="0"/>
              <a:t>import </a:t>
            </a:r>
            <a:r>
              <a:rPr lang="en-IE" sz="5600" dirty="0" err="1"/>
              <a:t>java.util.Scanner</a:t>
            </a:r>
            <a:r>
              <a:rPr lang="en-IE" sz="5600" dirty="0"/>
              <a:t>;</a:t>
            </a:r>
          </a:p>
          <a:p>
            <a:pPr marL="0" indent="0">
              <a:buNone/>
            </a:pPr>
            <a:r>
              <a:rPr lang="en-IE" sz="5600" dirty="0"/>
              <a:t>public class Driver {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public static void main(String[] </a:t>
            </a:r>
            <a:r>
              <a:rPr lang="en-IE" sz="5600" dirty="0" err="1"/>
              <a:t>args</a:t>
            </a:r>
            <a:r>
              <a:rPr lang="en-IE" sz="5600" dirty="0"/>
              <a:t>) {</a:t>
            </a:r>
          </a:p>
          <a:p>
            <a:pPr marL="0" indent="0">
              <a:buNone/>
            </a:pPr>
            <a:r>
              <a:rPr lang="en-IE" sz="5600" dirty="0"/>
              <a:t>        Scanner input = new Scanner(System.in);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    // Create an object of </a:t>
            </a:r>
            <a:r>
              <a:rPr lang="en-IE" sz="5600" dirty="0" err="1"/>
              <a:t>JokeGenerator</a:t>
            </a: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JokeGenerator</a:t>
            </a:r>
            <a:r>
              <a:rPr lang="en-IE" sz="5600" dirty="0"/>
              <a:t> joker = new </a:t>
            </a:r>
            <a:r>
              <a:rPr lang="en-IE" sz="5600" dirty="0" err="1"/>
              <a:t>JokeGenerator</a:t>
            </a:r>
            <a:r>
              <a:rPr lang="en-IE" sz="5600" dirty="0"/>
              <a:t>();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    // 1. Tell a joke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joker.tellJoke</a:t>
            </a:r>
            <a:r>
              <a:rPr lang="en-IE" sz="5600" dirty="0"/>
              <a:t>();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    // 2. Ask for name and tell a story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System.out.print</a:t>
            </a:r>
            <a:r>
              <a:rPr lang="en-IE" sz="5600" dirty="0"/>
              <a:t>("\</a:t>
            </a:r>
            <a:r>
              <a:rPr lang="en-IE" sz="5600" dirty="0" err="1"/>
              <a:t>nEnter</a:t>
            </a:r>
            <a:r>
              <a:rPr lang="en-IE" sz="5600" dirty="0"/>
              <a:t> your name: ");</a:t>
            </a:r>
          </a:p>
          <a:p>
            <a:pPr marL="0" indent="0">
              <a:buNone/>
            </a:pPr>
            <a:r>
              <a:rPr lang="en-IE" sz="5600" dirty="0"/>
              <a:t>        String </a:t>
            </a:r>
            <a:r>
              <a:rPr lang="en-IE" sz="5600" dirty="0" err="1"/>
              <a:t>userName</a:t>
            </a:r>
            <a:r>
              <a:rPr lang="en-IE" sz="5600" dirty="0"/>
              <a:t> = </a:t>
            </a:r>
            <a:r>
              <a:rPr lang="en-IE" sz="5600" dirty="0" err="1"/>
              <a:t>input.nextLine</a:t>
            </a:r>
            <a:r>
              <a:rPr lang="en-IE" sz="5600" dirty="0"/>
              <a:t>();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joker.tellStory</a:t>
            </a:r>
            <a:r>
              <a:rPr lang="en-IE" sz="5600" dirty="0"/>
              <a:t>(</a:t>
            </a:r>
            <a:r>
              <a:rPr lang="en-IE" sz="5600" dirty="0" err="1"/>
              <a:t>userName</a:t>
            </a:r>
            <a:r>
              <a:rPr lang="en-IE" sz="5600" dirty="0"/>
              <a:t>);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    // 3. Ask for age and give future message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System.out.print</a:t>
            </a:r>
            <a:r>
              <a:rPr lang="en-IE" sz="5600" dirty="0"/>
              <a:t>("\</a:t>
            </a:r>
            <a:r>
              <a:rPr lang="en-IE" sz="5600" dirty="0" err="1"/>
              <a:t>nEnter</a:t>
            </a:r>
            <a:r>
              <a:rPr lang="en-IE" sz="5600" dirty="0"/>
              <a:t> your age: ");</a:t>
            </a:r>
          </a:p>
          <a:p>
            <a:pPr marL="0" indent="0">
              <a:buNone/>
            </a:pPr>
            <a:r>
              <a:rPr lang="en-IE" sz="5600" dirty="0"/>
              <a:t>        int age = </a:t>
            </a:r>
            <a:r>
              <a:rPr lang="en-IE" sz="5600" dirty="0" err="1"/>
              <a:t>input.nextInt</a:t>
            </a:r>
            <a:r>
              <a:rPr lang="en-IE" sz="5600" dirty="0"/>
              <a:t>();</a:t>
            </a:r>
          </a:p>
          <a:p>
            <a:pPr marL="0" indent="0">
              <a:buNone/>
            </a:pPr>
            <a:r>
              <a:rPr lang="en-IE" sz="5600" dirty="0"/>
              <a:t>        String message = </a:t>
            </a:r>
            <a:r>
              <a:rPr lang="en-IE" sz="5600" dirty="0" err="1"/>
              <a:t>joker.ageInTenYears</a:t>
            </a:r>
            <a:r>
              <a:rPr lang="en-IE" sz="5600" dirty="0"/>
              <a:t>(age);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System.out.println</a:t>
            </a:r>
            <a:r>
              <a:rPr lang="en-IE" sz="5600" dirty="0"/>
              <a:t>(message);</a:t>
            </a:r>
          </a:p>
          <a:p>
            <a:pPr marL="0" indent="0">
              <a:buNone/>
            </a:pPr>
            <a:r>
              <a:rPr lang="en-IE" sz="5600" dirty="0"/>
              <a:t>    }</a:t>
            </a:r>
          </a:p>
          <a:p>
            <a:pPr marL="0" indent="0">
              <a:buNone/>
            </a:pPr>
            <a:r>
              <a:rPr lang="en-IE" sz="5600" dirty="0"/>
              <a:t>}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44423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42E40003-E6FE-FEF3-03C3-52585FF3A3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600200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c-strings</Template>
  <TotalTime>15</TotalTime>
  <Words>570</Words>
  <Application>Microsoft Macintosh PowerPoint</Application>
  <PresentationFormat>Widescreen</PresentationFormat>
  <Paragraphs>100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a-processing-mouse-event-methods</vt:lpstr>
      <vt:lpstr>Worked Example</vt:lpstr>
      <vt:lpstr>Step 1 – The Idea</vt:lpstr>
      <vt:lpstr>Designing the Methods</vt:lpstr>
      <vt:lpstr>Pseudocode </vt:lpstr>
      <vt:lpstr>Java Code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 on Methods</dc:title>
  <dc:creator>Siobhan Drohan</dc:creator>
  <cp:lastModifiedBy>Mairead Meagher</cp:lastModifiedBy>
  <cp:revision>274</cp:revision>
  <dcterms:created xsi:type="dcterms:W3CDTF">2006-08-16T00:00:00Z</dcterms:created>
  <dcterms:modified xsi:type="dcterms:W3CDTF">2025-10-30T15:56:32Z</dcterms:modified>
</cp:coreProperties>
</file>