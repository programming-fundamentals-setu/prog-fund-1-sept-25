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394" r:id="rId2"/>
    <p:sldId id="395" r:id="rId3"/>
    <p:sldId id="396" r:id="rId4"/>
    <p:sldId id="397" r:id="rId5"/>
    <p:sldId id="398" r:id="rId6"/>
    <p:sldId id="39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88" autoAdjust="0"/>
    <p:restoredTop sz="88997" autoAdjust="0"/>
  </p:normalViewPr>
  <p:slideViewPr>
    <p:cSldViewPr>
      <p:cViewPr varScale="1">
        <p:scale>
          <a:sx n="96" d="100"/>
          <a:sy n="96" d="100"/>
        </p:scale>
        <p:origin x="114" y="13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C3D141-1E1C-433C-AD3A-CD56CBBB4F9F}" type="datetimeFigureOut">
              <a:rPr lang="en-IE" smtClean="0"/>
              <a:t>09/10/2025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3DB36-5273-45A5-A77C-FE9BE0779D8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34544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26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515DCC1-7647-2D86-9837-C458B7CFF983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2578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026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854228B-1076-F96D-13E2-76787F5D59A1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834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BE706F7-9AFA-E15C-3CFA-71DD9A71EBBF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9386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7A9715-CB45-4B88-83CA-DC3B958C21D9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9468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8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602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093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496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267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121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914401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Worked Example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Joke Generator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2B9C0C-FB1E-41E0-9281-3F67413B6C9E}"/>
              </a:ext>
            </a:extLst>
          </p:cNvPr>
          <p:cNvSpPr txBox="1"/>
          <p:nvPr/>
        </p:nvSpPr>
        <p:spPr>
          <a:xfrm>
            <a:off x="3810000" y="3817204"/>
            <a:ext cx="358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 Siobhan Roche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 Mairead Meagher</a:t>
            </a:r>
          </a:p>
          <a:p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D77DCEA-CA28-018F-FE67-6632CC4813D3}"/>
              </a:ext>
            </a:extLst>
          </p:cNvPr>
          <p:cNvSpPr txBox="1"/>
          <p:nvPr/>
        </p:nvSpPr>
        <p:spPr>
          <a:xfrm>
            <a:off x="4288221" y="6009985"/>
            <a:ext cx="6206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1600" dirty="0">
                <a:solidFill>
                  <a:schemeClr val="tx2">
                    <a:lumMod val="75000"/>
                  </a:schemeClr>
                </a:solidFill>
              </a:rPr>
              <a:t>Department of Computing and Mathematics</a:t>
            </a:r>
          </a:p>
          <a:p>
            <a:r>
              <a:rPr lang="en-IE" sz="1600" dirty="0" err="1">
                <a:solidFill>
                  <a:schemeClr val="tx2">
                    <a:lumMod val="75000"/>
                  </a:schemeClr>
                </a:solidFill>
              </a:rPr>
              <a:t>setu.ie</a:t>
            </a:r>
            <a:endParaRPr lang="en-IE" sz="16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E00E79C-31C4-DF98-8B96-5EC71D63E4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5768129"/>
            <a:ext cx="1905954" cy="1068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049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5A5E1-A88C-63D2-EA6E-2D0AED727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187" y="160338"/>
            <a:ext cx="10972800" cy="1143000"/>
          </a:xfrm>
        </p:spPr>
        <p:txBody>
          <a:bodyPr/>
          <a:lstStyle/>
          <a:p>
            <a:r>
              <a:rPr lang="en-IE" dirty="0"/>
              <a:t>Step 1 – The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6FAD5-BC89-A25A-E27E-4411F8E08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want a small program that can:</a:t>
            </a:r>
          </a:p>
          <a:p>
            <a:endParaRPr lang="en-US" dirty="0"/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Tell a random joke (no input needed).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Tell a funny story using a </a:t>
            </a:r>
            <a:r>
              <a:rPr lang="en-US" b="1" dirty="0"/>
              <a:t>name</a:t>
            </a:r>
            <a:r>
              <a:rPr lang="en-US" dirty="0"/>
              <a:t> provided by the user.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Take in an </a:t>
            </a:r>
            <a:r>
              <a:rPr lang="en-US" b="1" dirty="0"/>
              <a:t>age</a:t>
            </a:r>
            <a:r>
              <a:rPr lang="en-US" dirty="0"/>
              <a:t>, calculate the age in 10 years, and return a jokey message.</a:t>
            </a:r>
          </a:p>
          <a:p>
            <a:endParaRPr lang="en-IE" dirty="0"/>
          </a:p>
        </p:txBody>
      </p:sp>
      <p:pic>
        <p:nvPicPr>
          <p:cNvPr id="1026" name="Picture 2" descr="20 Coding Jokes Programmed For Laughter ...">
            <a:extLst>
              <a:ext uri="{FF2B5EF4-FFF2-40B4-BE49-F238E27FC236}">
                <a16:creationId xmlns:a16="http://schemas.microsoft.com/office/drawing/2014/main" id="{6207E5A7-B2C5-C5B2-50ED-7D420A9CB8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9427" y="423070"/>
            <a:ext cx="3661682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0542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73538-15C3-ADCC-F3F9-7B71E943B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Designing the Methods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32199D9-12B5-7EF5-0389-FA97B9BC7D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7007346"/>
              </p:ext>
            </p:extLst>
          </p:nvPr>
        </p:nvGraphicFramePr>
        <p:xfrm>
          <a:off x="533400" y="2209800"/>
          <a:ext cx="11049000" cy="3048000"/>
        </p:xfrm>
        <a:graphic>
          <a:graphicData uri="http://schemas.openxmlformats.org/drawingml/2006/table">
            <a:tbl>
              <a:tblPr/>
              <a:tblGrid>
                <a:gridCol w="2762250">
                  <a:extLst>
                    <a:ext uri="{9D8B030D-6E8A-4147-A177-3AD203B41FA5}">
                      <a16:colId xmlns:a16="http://schemas.microsoft.com/office/drawing/2014/main" val="1158678132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67663594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829081941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4131515871"/>
                    </a:ext>
                  </a:extLst>
                </a:gridCol>
              </a:tblGrid>
              <a:tr h="5541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Method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dirty="0"/>
                        <a:t>Parameters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Return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1965573"/>
                  </a:ext>
                </a:extLst>
              </a:tr>
              <a:tr h="5541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>
                          <a:latin typeface="Courier New" panose="02070309020205020404" pitchFamily="49" charset="0"/>
                        </a:rPr>
                        <a:t>tellJoke()</a:t>
                      </a:r>
                      <a:endParaRPr lang="en-IE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none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void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Prints a random joke.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4508602"/>
                  </a:ext>
                </a:extLst>
              </a:tr>
              <a:tr h="969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>
                          <a:latin typeface="Courier New" panose="02070309020205020404" pitchFamily="49" charset="0"/>
                        </a:rPr>
                        <a:t>tellStory(String name)</a:t>
                      </a:r>
                      <a:endParaRPr lang="en-IE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void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Uses the name to tell a funny story.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3703179"/>
                  </a:ext>
                </a:extLst>
              </a:tr>
              <a:tr h="969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>
                          <a:latin typeface="Courier New" panose="02070309020205020404" pitchFamily="49" charset="0"/>
                        </a:rPr>
                        <a:t>ageInTenYears(int age)</a:t>
                      </a:r>
                      <a:endParaRPr lang="en-IE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String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Returns a message about the person’s future age.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2577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6286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22D43-8856-9DB5-E0F3-E7A45592E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Pseudocode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FFC3DF-2738-C745-A1EF-6043CC08AF2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 err="1"/>
              <a:t>JokeGenerator</a:t>
            </a:r>
            <a:r>
              <a:rPr lang="en-US" dirty="0"/>
              <a:t> class: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/>
              <a:t>- </a:t>
            </a:r>
            <a:r>
              <a:rPr lang="en-US" b="1" dirty="0" err="1"/>
              <a:t>tellJoke</a:t>
            </a:r>
            <a:r>
              <a:rPr lang="en-US" b="1" dirty="0"/>
              <a:t>:</a:t>
            </a:r>
          </a:p>
          <a:p>
            <a:pPr marL="0" indent="0">
              <a:buNone/>
            </a:pPr>
            <a:r>
              <a:rPr lang="en-US" dirty="0"/>
              <a:t>        Print a simple programmer joke.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/>
              <a:t>- </a:t>
            </a:r>
            <a:r>
              <a:rPr lang="en-US" b="1" dirty="0" err="1"/>
              <a:t>tellStory</a:t>
            </a:r>
            <a:r>
              <a:rPr lang="en-US" b="1" dirty="0"/>
              <a:t>(name):</a:t>
            </a:r>
          </a:p>
          <a:p>
            <a:pPr marL="0" indent="0">
              <a:buNone/>
            </a:pPr>
            <a:r>
              <a:rPr lang="en-US" dirty="0"/>
              <a:t>        Print a short funny story that uses the person's name.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/>
              <a:t>- </a:t>
            </a:r>
            <a:r>
              <a:rPr lang="en-US" b="1" dirty="0" err="1"/>
              <a:t>ageInTenYears</a:t>
            </a:r>
            <a:r>
              <a:rPr lang="en-US" b="1" dirty="0"/>
              <a:t>(age):</a:t>
            </a:r>
          </a:p>
          <a:p>
            <a:pPr marL="0" indent="0">
              <a:buNone/>
            </a:pPr>
            <a:r>
              <a:rPr lang="en-US" dirty="0"/>
              <a:t>        Work out age + 10.</a:t>
            </a:r>
          </a:p>
          <a:p>
            <a:pPr marL="0" indent="0">
              <a:buNone/>
            </a:pPr>
            <a:r>
              <a:rPr lang="en-US" dirty="0"/>
              <a:t>        Make a jokey message using that number.</a:t>
            </a:r>
          </a:p>
          <a:p>
            <a:pPr marL="0" indent="0">
              <a:buNone/>
            </a:pPr>
            <a:r>
              <a:rPr lang="en-US" dirty="0"/>
              <a:t>        Give the message back to whoever called it.</a:t>
            </a:r>
          </a:p>
          <a:p>
            <a:endParaRPr lang="en-IE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DF209B2-5A87-EDF7-4897-2F6AD0F5B18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Driver</a:t>
            </a:r>
            <a:r>
              <a:rPr lang="en-US" dirty="0"/>
              <a:t> class: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- Start the program.</a:t>
            </a:r>
          </a:p>
          <a:p>
            <a:pPr marL="0" indent="0">
              <a:buNone/>
            </a:pPr>
            <a:r>
              <a:rPr lang="en-US" dirty="0"/>
              <a:t>    - Make a new </a:t>
            </a:r>
            <a:r>
              <a:rPr lang="en-US" dirty="0" err="1"/>
              <a:t>JokeGenerator</a:t>
            </a:r>
            <a:r>
              <a:rPr lang="en-US" dirty="0"/>
              <a:t> object called joker.</a:t>
            </a:r>
          </a:p>
          <a:p>
            <a:pPr marL="0" indent="0">
              <a:buNone/>
            </a:pPr>
            <a:r>
              <a:rPr lang="en-US" dirty="0"/>
              <a:t>    - Call joker's </a:t>
            </a:r>
            <a:r>
              <a:rPr lang="en-US" dirty="0" err="1"/>
              <a:t>tellJoke</a:t>
            </a:r>
            <a:r>
              <a:rPr lang="en-US" dirty="0"/>
              <a:t> method.</a:t>
            </a:r>
          </a:p>
          <a:p>
            <a:pPr marL="0" indent="0">
              <a:buNone/>
            </a:pPr>
            <a:r>
              <a:rPr lang="en-US" dirty="0"/>
              <a:t>    - Ask the user for their name.</a:t>
            </a:r>
          </a:p>
          <a:p>
            <a:pPr marL="0" indent="0">
              <a:buNone/>
            </a:pPr>
            <a:r>
              <a:rPr lang="en-US" dirty="0"/>
              <a:t>    - Call joker's </a:t>
            </a:r>
            <a:r>
              <a:rPr lang="en-US" dirty="0" err="1"/>
              <a:t>tellStory</a:t>
            </a:r>
            <a:r>
              <a:rPr lang="en-US" dirty="0"/>
              <a:t>, passing in the name.</a:t>
            </a:r>
          </a:p>
          <a:p>
            <a:pPr marL="0" indent="0">
              <a:buNone/>
            </a:pPr>
            <a:r>
              <a:rPr lang="en-US" dirty="0"/>
              <a:t>    - Ask the user for their age.</a:t>
            </a:r>
          </a:p>
          <a:p>
            <a:pPr marL="0" indent="0">
              <a:buNone/>
            </a:pPr>
            <a:r>
              <a:rPr lang="en-US" dirty="0"/>
              <a:t>    - Call joker's </a:t>
            </a:r>
            <a:r>
              <a:rPr lang="en-US" dirty="0" err="1"/>
              <a:t>ageInTenYears</a:t>
            </a:r>
            <a:r>
              <a:rPr lang="en-US" dirty="0"/>
              <a:t>, store the message.</a:t>
            </a:r>
          </a:p>
          <a:p>
            <a:pPr marL="0" indent="0">
              <a:buNone/>
            </a:pPr>
            <a:r>
              <a:rPr lang="en-US" dirty="0"/>
              <a:t>    - Print the message.</a:t>
            </a:r>
          </a:p>
          <a:p>
            <a:pPr marL="0" indent="0">
              <a:buNone/>
            </a:pPr>
            <a:r>
              <a:rPr lang="en-US" dirty="0"/>
              <a:t>    - Program ends.</a:t>
            </a:r>
          </a:p>
          <a:p>
            <a:pPr marL="0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659948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A7A3E-AF44-F093-55DD-F20D04B10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Java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D1F4F-D28D-9A7C-57B9-BA0E9581E9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1434493"/>
            <a:ext cx="5689600" cy="4708526"/>
          </a:xfrm>
          <a:ln w="38100">
            <a:solidFill>
              <a:schemeClr val="tx1"/>
            </a:solidFill>
          </a:ln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E" sz="5600" dirty="0"/>
              <a:t>public class </a:t>
            </a:r>
            <a:r>
              <a:rPr lang="en-IE" sz="5600" dirty="0" err="1"/>
              <a:t>JokeGenerator</a:t>
            </a:r>
            <a:r>
              <a:rPr lang="en-IE" sz="5600" dirty="0"/>
              <a:t> {</a:t>
            </a:r>
          </a:p>
          <a:p>
            <a:pPr marL="0" indent="0">
              <a:buNone/>
            </a:pPr>
            <a:endParaRPr lang="en-IE" sz="5600" dirty="0"/>
          </a:p>
          <a:p>
            <a:pPr marL="0" indent="0">
              <a:buNone/>
            </a:pPr>
            <a:r>
              <a:rPr lang="en-IE" sz="5600" dirty="0"/>
              <a:t>    // Method 1: No parameters, no return</a:t>
            </a:r>
          </a:p>
          <a:p>
            <a:pPr marL="0" indent="0">
              <a:buNone/>
            </a:pPr>
            <a:r>
              <a:rPr lang="en-IE" sz="5600" dirty="0"/>
              <a:t>    public void </a:t>
            </a:r>
            <a:r>
              <a:rPr lang="en-IE" sz="5600" dirty="0" err="1"/>
              <a:t>tellJoke</a:t>
            </a:r>
            <a:r>
              <a:rPr lang="en-IE" sz="5600" dirty="0"/>
              <a:t>() {</a:t>
            </a:r>
          </a:p>
          <a:p>
            <a:pPr marL="0" indent="0">
              <a:buNone/>
            </a:pPr>
            <a:r>
              <a:rPr lang="en-IE" sz="5600" dirty="0"/>
              <a:t>        </a:t>
            </a:r>
            <a:r>
              <a:rPr lang="en-IE" sz="5600" dirty="0" err="1"/>
              <a:t>System.out.println</a:t>
            </a:r>
            <a:r>
              <a:rPr lang="en-IE" sz="5600" dirty="0"/>
              <a:t>("Why don’t programmers like nature? It has too many bugs!");</a:t>
            </a:r>
          </a:p>
          <a:p>
            <a:pPr marL="0" indent="0">
              <a:buNone/>
            </a:pPr>
            <a:r>
              <a:rPr lang="en-IE" sz="5600" dirty="0"/>
              <a:t>    }</a:t>
            </a:r>
          </a:p>
          <a:p>
            <a:pPr marL="0" indent="0">
              <a:buNone/>
            </a:pPr>
            <a:endParaRPr lang="en-IE" sz="5600" dirty="0"/>
          </a:p>
          <a:p>
            <a:pPr marL="0" indent="0">
              <a:buNone/>
            </a:pPr>
            <a:r>
              <a:rPr lang="en-IE" sz="5600" dirty="0"/>
              <a:t>    // Method 2: Parameter, no return</a:t>
            </a:r>
          </a:p>
          <a:p>
            <a:pPr marL="0" indent="0">
              <a:buNone/>
            </a:pPr>
            <a:r>
              <a:rPr lang="en-IE" sz="5600" dirty="0"/>
              <a:t>    public void </a:t>
            </a:r>
            <a:r>
              <a:rPr lang="en-IE" sz="5600" dirty="0" err="1"/>
              <a:t>tellStory</a:t>
            </a:r>
            <a:r>
              <a:rPr lang="en-IE" sz="5600" dirty="0"/>
              <a:t>(String name) {</a:t>
            </a:r>
          </a:p>
          <a:p>
            <a:pPr marL="0" indent="0">
              <a:buNone/>
            </a:pPr>
            <a:r>
              <a:rPr lang="en-IE" sz="5600" dirty="0"/>
              <a:t>        </a:t>
            </a:r>
            <a:r>
              <a:rPr lang="en-IE" sz="5600" dirty="0" err="1"/>
              <a:t>System.out.println</a:t>
            </a:r>
            <a:r>
              <a:rPr lang="en-IE" sz="5600" dirty="0"/>
              <a:t>("Once upon a time, " + name + " tried to debug code at 3am...");</a:t>
            </a:r>
          </a:p>
          <a:p>
            <a:pPr marL="0" indent="0">
              <a:buNone/>
            </a:pPr>
            <a:r>
              <a:rPr lang="en-IE" sz="5600" dirty="0"/>
              <a:t>        </a:t>
            </a:r>
            <a:r>
              <a:rPr lang="en-IE" sz="5600" dirty="0" err="1"/>
              <a:t>System.out.println</a:t>
            </a:r>
            <a:r>
              <a:rPr lang="en-IE" sz="5600" dirty="0"/>
              <a:t>("The bug fixed itself. Legends still talk about it.");</a:t>
            </a:r>
          </a:p>
          <a:p>
            <a:pPr marL="0" indent="0">
              <a:buNone/>
            </a:pPr>
            <a:r>
              <a:rPr lang="en-IE" sz="5600" dirty="0"/>
              <a:t>    }</a:t>
            </a:r>
          </a:p>
          <a:p>
            <a:pPr marL="0" indent="0">
              <a:buNone/>
            </a:pPr>
            <a:endParaRPr lang="en-IE" sz="5600" dirty="0"/>
          </a:p>
          <a:p>
            <a:pPr marL="0" indent="0">
              <a:buNone/>
            </a:pPr>
            <a:r>
              <a:rPr lang="en-IE" sz="5600" dirty="0"/>
              <a:t>    // Method 3: Parameter and return value</a:t>
            </a:r>
          </a:p>
          <a:p>
            <a:pPr marL="0" indent="0">
              <a:buNone/>
            </a:pPr>
            <a:r>
              <a:rPr lang="en-IE" sz="5600" dirty="0"/>
              <a:t>    public String </a:t>
            </a:r>
            <a:r>
              <a:rPr lang="en-IE" sz="5600" dirty="0" err="1"/>
              <a:t>ageInTenYears</a:t>
            </a:r>
            <a:r>
              <a:rPr lang="en-IE" sz="5600" dirty="0"/>
              <a:t>(int age) {</a:t>
            </a:r>
          </a:p>
          <a:p>
            <a:pPr marL="0" indent="0">
              <a:buNone/>
            </a:pPr>
            <a:r>
              <a:rPr lang="en-IE" sz="5600" dirty="0"/>
              <a:t>        int </a:t>
            </a:r>
            <a:r>
              <a:rPr lang="en-IE" sz="5600" dirty="0" err="1"/>
              <a:t>futureAge</a:t>
            </a:r>
            <a:r>
              <a:rPr lang="en-IE" sz="5600" dirty="0"/>
              <a:t> = age + 10;</a:t>
            </a:r>
          </a:p>
          <a:p>
            <a:pPr marL="0" indent="0">
              <a:buNone/>
            </a:pPr>
            <a:r>
              <a:rPr lang="en-IE" sz="5600" dirty="0"/>
              <a:t>        return "In 10 years, you'll be " + </a:t>
            </a:r>
            <a:r>
              <a:rPr lang="en-IE" sz="5600" dirty="0" err="1"/>
              <a:t>futureAge</a:t>
            </a:r>
            <a:r>
              <a:rPr lang="en-IE" sz="5600" dirty="0"/>
              <a:t> + " years old — still debugging!";</a:t>
            </a:r>
          </a:p>
          <a:p>
            <a:pPr marL="0" indent="0">
              <a:buNone/>
            </a:pPr>
            <a:r>
              <a:rPr lang="en-IE" sz="5600" dirty="0"/>
              <a:t>    }</a:t>
            </a:r>
          </a:p>
          <a:p>
            <a:pPr marL="0" indent="0">
              <a:buNone/>
            </a:pPr>
            <a:r>
              <a:rPr lang="en-IE" sz="5600" dirty="0"/>
              <a:t>}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25F669-C767-C4EA-2242-C909232867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441957"/>
            <a:ext cx="5486400" cy="5257799"/>
          </a:xfrm>
          <a:ln w="38100">
            <a:solidFill>
              <a:schemeClr val="tx1"/>
            </a:solidFill>
          </a:ln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E" sz="5600" dirty="0"/>
              <a:t>import </a:t>
            </a:r>
            <a:r>
              <a:rPr lang="en-IE" sz="5600" dirty="0" err="1"/>
              <a:t>java.util.Scanner</a:t>
            </a:r>
            <a:r>
              <a:rPr lang="en-IE" sz="5600" dirty="0"/>
              <a:t>;</a:t>
            </a:r>
          </a:p>
          <a:p>
            <a:pPr marL="0" indent="0">
              <a:buNone/>
            </a:pPr>
            <a:r>
              <a:rPr lang="en-IE" sz="5600" dirty="0"/>
              <a:t>public class Driver {</a:t>
            </a:r>
          </a:p>
          <a:p>
            <a:pPr marL="0" indent="0">
              <a:buNone/>
            </a:pPr>
            <a:endParaRPr lang="en-IE" sz="5600" dirty="0"/>
          </a:p>
          <a:p>
            <a:pPr marL="0" indent="0">
              <a:buNone/>
            </a:pPr>
            <a:r>
              <a:rPr lang="en-IE" sz="5600" dirty="0"/>
              <a:t>    public static void main(String[] </a:t>
            </a:r>
            <a:r>
              <a:rPr lang="en-IE" sz="5600" dirty="0" err="1"/>
              <a:t>args</a:t>
            </a:r>
            <a:r>
              <a:rPr lang="en-IE" sz="5600" dirty="0"/>
              <a:t>) {</a:t>
            </a:r>
          </a:p>
          <a:p>
            <a:pPr marL="0" indent="0">
              <a:buNone/>
            </a:pPr>
            <a:r>
              <a:rPr lang="en-IE" sz="5600" dirty="0"/>
              <a:t>        Scanner input = new Scanner(System.in);</a:t>
            </a:r>
          </a:p>
          <a:p>
            <a:pPr marL="0" indent="0">
              <a:buNone/>
            </a:pPr>
            <a:endParaRPr lang="en-IE" sz="5600" dirty="0"/>
          </a:p>
          <a:p>
            <a:pPr marL="0" indent="0">
              <a:buNone/>
            </a:pPr>
            <a:r>
              <a:rPr lang="en-IE" sz="5600" dirty="0"/>
              <a:t>        // Create an object of </a:t>
            </a:r>
            <a:r>
              <a:rPr lang="en-IE" sz="5600" dirty="0" err="1"/>
              <a:t>JokeGenerator</a:t>
            </a:r>
            <a:endParaRPr lang="en-IE" sz="5600" dirty="0"/>
          </a:p>
          <a:p>
            <a:pPr marL="0" indent="0">
              <a:buNone/>
            </a:pPr>
            <a:r>
              <a:rPr lang="en-IE" sz="5600" dirty="0"/>
              <a:t>        </a:t>
            </a:r>
            <a:r>
              <a:rPr lang="en-IE" sz="5600" dirty="0" err="1"/>
              <a:t>JokeGenerator</a:t>
            </a:r>
            <a:r>
              <a:rPr lang="en-IE" sz="5600" dirty="0"/>
              <a:t> joker = new </a:t>
            </a:r>
            <a:r>
              <a:rPr lang="en-IE" sz="5600" dirty="0" err="1"/>
              <a:t>JokeGenerator</a:t>
            </a:r>
            <a:r>
              <a:rPr lang="en-IE" sz="5600" dirty="0"/>
              <a:t>();</a:t>
            </a:r>
          </a:p>
          <a:p>
            <a:pPr marL="0" indent="0">
              <a:buNone/>
            </a:pPr>
            <a:endParaRPr lang="en-IE" sz="5600" dirty="0"/>
          </a:p>
          <a:p>
            <a:pPr marL="0" indent="0">
              <a:buNone/>
            </a:pPr>
            <a:r>
              <a:rPr lang="en-IE" sz="5600" dirty="0"/>
              <a:t>        // 1. Tell a joke</a:t>
            </a:r>
          </a:p>
          <a:p>
            <a:pPr marL="0" indent="0">
              <a:buNone/>
            </a:pPr>
            <a:r>
              <a:rPr lang="en-IE" sz="5600" dirty="0"/>
              <a:t>        </a:t>
            </a:r>
            <a:r>
              <a:rPr lang="en-IE" sz="5600" dirty="0" err="1"/>
              <a:t>joker.tellJoke</a:t>
            </a:r>
            <a:r>
              <a:rPr lang="en-IE" sz="5600" dirty="0"/>
              <a:t>();</a:t>
            </a:r>
          </a:p>
          <a:p>
            <a:pPr marL="0" indent="0">
              <a:buNone/>
            </a:pPr>
            <a:endParaRPr lang="en-IE" sz="5600" dirty="0"/>
          </a:p>
          <a:p>
            <a:pPr marL="0" indent="0">
              <a:buNone/>
            </a:pPr>
            <a:r>
              <a:rPr lang="en-IE" sz="5600" dirty="0"/>
              <a:t>        // 2. Ask for name and tell a story</a:t>
            </a:r>
          </a:p>
          <a:p>
            <a:pPr marL="0" indent="0">
              <a:buNone/>
            </a:pPr>
            <a:r>
              <a:rPr lang="en-IE" sz="5600" dirty="0"/>
              <a:t>        </a:t>
            </a:r>
            <a:r>
              <a:rPr lang="en-IE" sz="5600" dirty="0" err="1"/>
              <a:t>System.out.print</a:t>
            </a:r>
            <a:r>
              <a:rPr lang="en-IE" sz="5600" dirty="0"/>
              <a:t>("\</a:t>
            </a:r>
            <a:r>
              <a:rPr lang="en-IE" sz="5600" dirty="0" err="1"/>
              <a:t>nEnter</a:t>
            </a:r>
            <a:r>
              <a:rPr lang="en-IE" sz="5600" dirty="0"/>
              <a:t> your name: ");</a:t>
            </a:r>
          </a:p>
          <a:p>
            <a:pPr marL="0" indent="0">
              <a:buNone/>
            </a:pPr>
            <a:r>
              <a:rPr lang="en-IE" sz="5600" dirty="0"/>
              <a:t>        String </a:t>
            </a:r>
            <a:r>
              <a:rPr lang="en-IE" sz="5600" dirty="0" err="1"/>
              <a:t>userName</a:t>
            </a:r>
            <a:r>
              <a:rPr lang="en-IE" sz="5600" dirty="0"/>
              <a:t> = </a:t>
            </a:r>
            <a:r>
              <a:rPr lang="en-IE" sz="5600" dirty="0" err="1"/>
              <a:t>input.nextLine</a:t>
            </a:r>
            <a:r>
              <a:rPr lang="en-IE" sz="5600" dirty="0"/>
              <a:t>();</a:t>
            </a:r>
          </a:p>
          <a:p>
            <a:pPr marL="0" indent="0">
              <a:buNone/>
            </a:pPr>
            <a:r>
              <a:rPr lang="en-IE" sz="5600" dirty="0"/>
              <a:t>        </a:t>
            </a:r>
            <a:r>
              <a:rPr lang="en-IE" sz="5600" dirty="0" err="1"/>
              <a:t>joker.tellStory</a:t>
            </a:r>
            <a:r>
              <a:rPr lang="en-IE" sz="5600" dirty="0"/>
              <a:t>(</a:t>
            </a:r>
            <a:r>
              <a:rPr lang="en-IE" sz="5600" dirty="0" err="1"/>
              <a:t>userName</a:t>
            </a:r>
            <a:r>
              <a:rPr lang="en-IE" sz="5600" dirty="0"/>
              <a:t>);</a:t>
            </a:r>
          </a:p>
          <a:p>
            <a:pPr marL="0" indent="0">
              <a:buNone/>
            </a:pPr>
            <a:endParaRPr lang="en-IE" sz="5600" dirty="0"/>
          </a:p>
          <a:p>
            <a:pPr marL="0" indent="0">
              <a:buNone/>
            </a:pPr>
            <a:r>
              <a:rPr lang="en-IE" sz="5600" dirty="0"/>
              <a:t>        // 3. Ask for age and give future message</a:t>
            </a:r>
          </a:p>
          <a:p>
            <a:pPr marL="0" indent="0">
              <a:buNone/>
            </a:pPr>
            <a:r>
              <a:rPr lang="en-IE" sz="5600" dirty="0"/>
              <a:t>        </a:t>
            </a:r>
            <a:r>
              <a:rPr lang="en-IE" sz="5600" dirty="0" err="1"/>
              <a:t>System.out.print</a:t>
            </a:r>
            <a:r>
              <a:rPr lang="en-IE" sz="5600" dirty="0"/>
              <a:t>("\</a:t>
            </a:r>
            <a:r>
              <a:rPr lang="en-IE" sz="5600" dirty="0" err="1"/>
              <a:t>nEnter</a:t>
            </a:r>
            <a:r>
              <a:rPr lang="en-IE" sz="5600" dirty="0"/>
              <a:t> your age: ");</a:t>
            </a:r>
          </a:p>
          <a:p>
            <a:pPr marL="0" indent="0">
              <a:buNone/>
            </a:pPr>
            <a:r>
              <a:rPr lang="en-IE" sz="5600" dirty="0"/>
              <a:t>        int age = </a:t>
            </a:r>
            <a:r>
              <a:rPr lang="en-IE" sz="5600" dirty="0" err="1"/>
              <a:t>input.nextInt</a:t>
            </a:r>
            <a:r>
              <a:rPr lang="en-IE" sz="5600" dirty="0"/>
              <a:t>();</a:t>
            </a:r>
          </a:p>
          <a:p>
            <a:pPr marL="0" indent="0">
              <a:buNone/>
            </a:pPr>
            <a:r>
              <a:rPr lang="en-IE" sz="5600" dirty="0"/>
              <a:t>        String message = </a:t>
            </a:r>
            <a:r>
              <a:rPr lang="en-IE" sz="5600" dirty="0" err="1"/>
              <a:t>joker.ageInTenYears</a:t>
            </a:r>
            <a:r>
              <a:rPr lang="en-IE" sz="5600" dirty="0"/>
              <a:t>(age);</a:t>
            </a:r>
          </a:p>
          <a:p>
            <a:pPr marL="0" indent="0">
              <a:buNone/>
            </a:pPr>
            <a:r>
              <a:rPr lang="en-IE" sz="5600" dirty="0"/>
              <a:t>        </a:t>
            </a:r>
            <a:r>
              <a:rPr lang="en-IE" sz="5600" dirty="0" err="1"/>
              <a:t>System.out.println</a:t>
            </a:r>
            <a:r>
              <a:rPr lang="en-IE" sz="5600" dirty="0"/>
              <a:t>(message);</a:t>
            </a:r>
          </a:p>
          <a:p>
            <a:pPr marL="0" indent="0">
              <a:buNone/>
            </a:pPr>
            <a:r>
              <a:rPr lang="en-IE" sz="5600" dirty="0"/>
              <a:t>    }</a:t>
            </a:r>
          </a:p>
          <a:p>
            <a:pPr marL="0" indent="0">
              <a:buNone/>
            </a:pPr>
            <a:r>
              <a:rPr lang="en-IE" sz="5600" dirty="0"/>
              <a:t>}</a:t>
            </a:r>
          </a:p>
          <a:p>
            <a:pPr marL="0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144423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1A0DC-D439-0B5F-E85A-DBC94C70F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Lets Get Coding..</a:t>
            </a:r>
          </a:p>
        </p:txBody>
      </p:sp>
      <p:pic>
        <p:nvPicPr>
          <p:cNvPr id="3074" name="Picture 2" descr="Getting started with IntelliJ IDEA ...">
            <a:extLst>
              <a:ext uri="{FF2B5EF4-FFF2-40B4-BE49-F238E27FC236}">
                <a16:creationId xmlns:a16="http://schemas.microsoft.com/office/drawing/2014/main" id="{64D15423-3A10-9280-1FCD-0B09A5BB25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2286000"/>
            <a:ext cx="3886200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5230725"/>
      </p:ext>
    </p:extLst>
  </p:cSld>
  <p:clrMapOvr>
    <a:masterClrMapping/>
  </p:clrMapOvr>
</p:sld>
</file>

<file path=ppt/theme/theme1.xml><?xml version="1.0" encoding="utf-8"?>
<a:theme xmlns:a="http://schemas.openxmlformats.org/drawingml/2006/main" name="bespoke-metho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bespoke-methods</Template>
  <TotalTime>0</TotalTime>
  <Words>572</Words>
  <Application>Microsoft Office PowerPoint</Application>
  <PresentationFormat>Widescreen</PresentationFormat>
  <Paragraphs>100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Courier New</vt:lpstr>
      <vt:lpstr>bespoke-methods</vt:lpstr>
      <vt:lpstr>Worked Example</vt:lpstr>
      <vt:lpstr>Step 1 – The Idea</vt:lpstr>
      <vt:lpstr>Designing the Methods</vt:lpstr>
      <vt:lpstr>Pseudocode </vt:lpstr>
      <vt:lpstr>Java Code</vt:lpstr>
      <vt:lpstr>Lets Get Coding..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More on Methods</dc:title>
  <dc:creator>Siobhan Drohan</dc:creator>
  <cp:lastModifiedBy>Siobhan Roche</cp:lastModifiedBy>
  <cp:revision>272</cp:revision>
  <dcterms:created xsi:type="dcterms:W3CDTF">2006-08-16T00:00:00Z</dcterms:created>
  <dcterms:modified xsi:type="dcterms:W3CDTF">2025-10-09T10:58:18Z</dcterms:modified>
</cp:coreProperties>
</file>