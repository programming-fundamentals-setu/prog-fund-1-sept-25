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theme/themeOverride3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notesSlides/notesSlide2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theme/themeOverride6.xml" ContentType="application/vnd.openxmlformats-officedocument.themeOverride+xml"/>
  <Override PartName="/ppt/notesSlides/notesSlide3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ppt/theme/themeOverride9.xml" ContentType="application/vnd.openxmlformats-officedocument.themeOverride+xml"/>
  <Override PartName="/ppt/theme/themeOverride10.xml" ContentType="application/vnd.openxmlformats-officedocument.themeOverride+xml"/>
  <Override PartName="/ppt/theme/themeOverride11.xml" ContentType="application/vnd.openxmlformats-officedocument.themeOverride+xml"/>
  <Override PartName="/ppt/notesSlides/notesSlide4.xml" ContentType="application/vnd.openxmlformats-officedocument.presentationml.notesSlide+xml"/>
  <Override PartName="/ppt/theme/themeOverride12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46" r:id="rId1"/>
  </p:sldMasterIdLst>
  <p:notesMasterIdLst>
    <p:notesMasterId r:id="rId17"/>
  </p:notesMasterIdLst>
  <p:sldIdLst>
    <p:sldId id="256" r:id="rId2"/>
    <p:sldId id="282" r:id="rId3"/>
    <p:sldId id="283" r:id="rId4"/>
    <p:sldId id="295" r:id="rId5"/>
    <p:sldId id="323" r:id="rId6"/>
    <p:sldId id="293" r:id="rId7"/>
    <p:sldId id="287" r:id="rId8"/>
    <p:sldId id="291" r:id="rId9"/>
    <p:sldId id="294" r:id="rId10"/>
    <p:sldId id="321" r:id="rId11"/>
    <p:sldId id="322" r:id="rId12"/>
    <p:sldId id="259" r:id="rId13"/>
    <p:sldId id="266" r:id="rId14"/>
    <p:sldId id="311" r:id="rId15"/>
    <p:sldId id="28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1C1C1"/>
    <a:srgbClr val="00FDFF"/>
    <a:srgbClr val="96F76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732" autoAdjust="0"/>
    <p:restoredTop sz="90681" autoAdjust="0"/>
  </p:normalViewPr>
  <p:slideViewPr>
    <p:cSldViewPr>
      <p:cViewPr>
        <p:scale>
          <a:sx n="93" d="100"/>
          <a:sy n="93" d="100"/>
        </p:scale>
        <p:origin x="1080" y="536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hyperlink" Target="mailto:cdunphy@setu.ie" TargetMode="External"/><Relationship Id="rId2" Type="http://schemas.openxmlformats.org/officeDocument/2006/relationships/hyperlink" Target="mailto:siobhan.roche@setu.ie" TargetMode="External"/><Relationship Id="rId1" Type="http://schemas.openxmlformats.org/officeDocument/2006/relationships/hyperlink" Target="https://www.setu.ie/staff/siobhan-roche" TargetMode="External"/><Relationship Id="rId4" Type="http://schemas.openxmlformats.org/officeDocument/2006/relationships/hyperlink" Target="mailto:mairead.meagher@setu.ie" TargetMode="External"/></Relationships>
</file>

<file path=ppt/diagrams/_rels/data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svg"/><Relationship Id="rId7" Type="http://schemas.openxmlformats.org/officeDocument/2006/relationships/image" Target="../media/image11.svg"/><Relationship Id="rId2" Type="http://schemas.openxmlformats.org/officeDocument/2006/relationships/image" Target="../media/image6.png"/><Relationship Id="rId1" Type="http://schemas.openxmlformats.org/officeDocument/2006/relationships/hyperlink" Target="https://www.wit.ie/current_students/student_affairs/mitigating-circumstances" TargetMode="External"/><Relationship Id="rId6" Type="http://schemas.openxmlformats.org/officeDocument/2006/relationships/image" Target="../media/image10.png"/><Relationship Id="rId11" Type="http://schemas.openxmlformats.org/officeDocument/2006/relationships/image" Target="../media/image15.svg"/><Relationship Id="rId5" Type="http://schemas.openxmlformats.org/officeDocument/2006/relationships/image" Target="../media/image9.sv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hyperlink" Target="mailto:cdunphy@setu.ie" TargetMode="External"/><Relationship Id="rId2" Type="http://schemas.openxmlformats.org/officeDocument/2006/relationships/hyperlink" Target="mailto:siobhan.roche@setu.ie" TargetMode="External"/><Relationship Id="rId1" Type="http://schemas.openxmlformats.org/officeDocument/2006/relationships/hyperlink" Target="https://www.setu.ie/staff/siobhan-roche" TargetMode="External"/><Relationship Id="rId4" Type="http://schemas.openxmlformats.org/officeDocument/2006/relationships/hyperlink" Target="mailto:mairead.meagher@setu.ie" TargetMode="External"/></Relationships>
</file>

<file path=ppt/diagrams/_rels/drawing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sv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image" Target="../media/image7.svg"/><Relationship Id="rId1" Type="http://schemas.openxmlformats.org/officeDocument/2006/relationships/image" Target="../media/image6.png"/><Relationship Id="rId6" Type="http://schemas.openxmlformats.org/officeDocument/2006/relationships/image" Target="../media/image11.svg"/><Relationship Id="rId11" Type="http://schemas.openxmlformats.org/officeDocument/2006/relationships/image" Target="../media/image15.svg"/><Relationship Id="rId5" Type="http://schemas.openxmlformats.org/officeDocument/2006/relationships/image" Target="../media/image10.png"/><Relationship Id="rId10" Type="http://schemas.openxmlformats.org/officeDocument/2006/relationships/image" Target="../media/image14.png"/><Relationship Id="rId4" Type="http://schemas.openxmlformats.org/officeDocument/2006/relationships/image" Target="../media/image9.svg"/><Relationship Id="rId9" Type="http://schemas.openxmlformats.org/officeDocument/2006/relationships/hyperlink" Target="https://www.wit.ie/current_students/student_affairs/mitigating-circumstances" TargetMode="Externa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62F838F-8C32-454C-A009-6611E045B501}" type="doc">
      <dgm:prSet loTypeId="urn:microsoft.com/office/officeart/2005/8/layout/list1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5F0B467B-F0F6-4DDE-B862-5435E49E463E}">
      <dgm:prSet phldrT="[Text]" custT="1"/>
      <dgm:spPr/>
      <dgm:t>
        <a:bodyPr/>
        <a:lstStyle/>
        <a:p>
          <a:pPr>
            <a:buNone/>
          </a:pPr>
          <a:r>
            <a:rPr lang="en-IE" sz="2800" dirty="0"/>
            <a:t>Siobhan Roche</a:t>
          </a:r>
          <a:endParaRPr lang="en-US" sz="1900" dirty="0"/>
        </a:p>
      </dgm:t>
    </dgm:pt>
    <dgm:pt modelId="{005A8E0F-068E-4B4F-90EF-2A654D50D2F2}" type="parTrans" cxnId="{6419DCC3-2806-47FE-A754-7EEF5874197F}">
      <dgm:prSet/>
      <dgm:spPr/>
      <dgm:t>
        <a:bodyPr/>
        <a:lstStyle/>
        <a:p>
          <a:endParaRPr lang="en-US"/>
        </a:p>
      </dgm:t>
    </dgm:pt>
    <dgm:pt modelId="{19EF5D3D-7451-4FA6-8734-3C0BF2A9A13D}" type="sibTrans" cxnId="{6419DCC3-2806-47FE-A754-7EEF5874197F}">
      <dgm:prSet/>
      <dgm:spPr/>
      <dgm:t>
        <a:bodyPr/>
        <a:lstStyle/>
        <a:p>
          <a:endParaRPr lang="en-US"/>
        </a:p>
      </dgm:t>
    </dgm:pt>
    <dgm:pt modelId="{800C748F-759C-437F-A77A-46AF93BCBE24}">
      <dgm:prSet/>
      <dgm:spPr/>
      <dgm:t>
        <a:bodyPr/>
        <a:lstStyle/>
        <a:p>
          <a:r>
            <a:rPr lang="en-IE" dirty="0"/>
            <a:t>Profile: </a:t>
          </a:r>
          <a:r>
            <a:rPr lang="en-US" dirty="0">
              <a:hlinkClick xmlns:r="http://schemas.openxmlformats.org/officeDocument/2006/relationships" r:id="rId1"/>
            </a:rPr>
            <a:t>https://www.setu.ie/staff/siobhan-roche</a:t>
          </a:r>
          <a:endParaRPr lang="en-IE" dirty="0"/>
        </a:p>
      </dgm:t>
    </dgm:pt>
    <dgm:pt modelId="{14106CA9-9540-42DA-A909-952FA184F49C}" type="parTrans" cxnId="{644EBD1D-8B32-4BB9-B56D-D1C203FF90E6}">
      <dgm:prSet/>
      <dgm:spPr/>
      <dgm:t>
        <a:bodyPr/>
        <a:lstStyle/>
        <a:p>
          <a:endParaRPr lang="en-US"/>
        </a:p>
      </dgm:t>
    </dgm:pt>
    <dgm:pt modelId="{06372F48-2236-4499-9F39-A95793D19164}" type="sibTrans" cxnId="{644EBD1D-8B32-4BB9-B56D-D1C203FF90E6}">
      <dgm:prSet/>
      <dgm:spPr/>
      <dgm:t>
        <a:bodyPr/>
        <a:lstStyle/>
        <a:p>
          <a:endParaRPr lang="en-US"/>
        </a:p>
      </dgm:t>
    </dgm:pt>
    <dgm:pt modelId="{3CB5E735-2C66-4FBF-8E94-78DF6246C05B}">
      <dgm:prSet/>
      <dgm:spPr/>
      <dgm:t>
        <a:bodyPr/>
        <a:lstStyle/>
        <a:p>
          <a:r>
            <a:rPr lang="en-IE" dirty="0"/>
            <a:t>Email: </a:t>
          </a:r>
          <a:r>
            <a:rPr lang="en-IE" dirty="0">
              <a:hlinkClick xmlns:r="http://schemas.openxmlformats.org/officeDocument/2006/relationships" r:id="rId2"/>
            </a:rPr>
            <a:t>siobhan.roche@setu.ie</a:t>
          </a:r>
          <a:r>
            <a:rPr lang="en-IE" dirty="0">
              <a:hlinkClick xmlns:r="http://schemas.openxmlformats.org/officeDocument/2006/relationships" r:id="rId3"/>
            </a:rPr>
            <a:t> </a:t>
          </a:r>
          <a:endParaRPr lang="en-IE" dirty="0"/>
        </a:p>
      </dgm:t>
    </dgm:pt>
    <dgm:pt modelId="{80F4F911-F5A2-47CB-9FC3-E2B37A216B59}" type="parTrans" cxnId="{2BD23C78-90C7-4EE1-B2EE-59950851C9B4}">
      <dgm:prSet/>
      <dgm:spPr/>
      <dgm:t>
        <a:bodyPr/>
        <a:lstStyle/>
        <a:p>
          <a:endParaRPr lang="en-US"/>
        </a:p>
      </dgm:t>
    </dgm:pt>
    <dgm:pt modelId="{86B13B97-C854-498D-B45E-06D0F44074EE}" type="sibTrans" cxnId="{2BD23C78-90C7-4EE1-B2EE-59950851C9B4}">
      <dgm:prSet/>
      <dgm:spPr/>
      <dgm:t>
        <a:bodyPr/>
        <a:lstStyle/>
        <a:p>
          <a:endParaRPr lang="en-US"/>
        </a:p>
      </dgm:t>
    </dgm:pt>
    <dgm:pt modelId="{8D76A181-87B2-4D15-9E6E-A755035C7FF0}">
      <dgm:prSet custT="1"/>
      <dgm:spPr/>
      <dgm:t>
        <a:bodyPr/>
        <a:lstStyle/>
        <a:p>
          <a:r>
            <a:rPr lang="en-IE" sz="2800" dirty="0"/>
            <a:t>Mairead Meagher</a:t>
          </a:r>
        </a:p>
      </dgm:t>
    </dgm:pt>
    <dgm:pt modelId="{6908435C-94B2-441D-A18A-2C7ACF79D48B}" type="parTrans" cxnId="{BCF79E61-3B2C-464E-8D12-795F6731C5A7}">
      <dgm:prSet/>
      <dgm:spPr/>
      <dgm:t>
        <a:bodyPr/>
        <a:lstStyle/>
        <a:p>
          <a:endParaRPr lang="en-US"/>
        </a:p>
      </dgm:t>
    </dgm:pt>
    <dgm:pt modelId="{65B56A89-4F26-4631-8B84-F3A9D3D78689}" type="sibTrans" cxnId="{BCF79E61-3B2C-464E-8D12-795F6731C5A7}">
      <dgm:prSet/>
      <dgm:spPr/>
      <dgm:t>
        <a:bodyPr/>
        <a:lstStyle/>
        <a:p>
          <a:endParaRPr lang="en-US"/>
        </a:p>
      </dgm:t>
    </dgm:pt>
    <dgm:pt modelId="{3601B6BF-79A2-4F7E-A659-BFB6E622349E}">
      <dgm:prSet custT="1"/>
      <dgm:spPr/>
      <dgm:t>
        <a:bodyPr/>
        <a:lstStyle/>
        <a:p>
          <a:r>
            <a:rPr lang="en-IE" sz="1600" dirty="0"/>
            <a:t>Profile: </a:t>
          </a:r>
          <a:r>
            <a:rPr lang="en-GB" sz="1600" dirty="0"/>
            <a:t>https://</a:t>
          </a:r>
          <a:r>
            <a:rPr lang="en-GB" sz="1600" dirty="0" err="1"/>
            <a:t>www.setu.ie</a:t>
          </a:r>
          <a:r>
            <a:rPr lang="en-GB" sz="1600" dirty="0"/>
            <a:t>/staff/</a:t>
          </a:r>
          <a:r>
            <a:rPr lang="en-GB" sz="1600" dirty="0" err="1"/>
            <a:t>mairead-meagher</a:t>
          </a:r>
          <a:endParaRPr lang="en-IE" sz="1600" dirty="0"/>
        </a:p>
      </dgm:t>
    </dgm:pt>
    <dgm:pt modelId="{F015161B-CA5A-43D3-89E5-BFE92B0B3FFC}" type="parTrans" cxnId="{09B7860A-3B53-496B-A4C4-F58F410F02FC}">
      <dgm:prSet/>
      <dgm:spPr/>
      <dgm:t>
        <a:bodyPr/>
        <a:lstStyle/>
        <a:p>
          <a:endParaRPr lang="en-US"/>
        </a:p>
      </dgm:t>
    </dgm:pt>
    <dgm:pt modelId="{993BF81A-C875-49AB-8F6C-D62BDD1EABBB}" type="sibTrans" cxnId="{09B7860A-3B53-496B-A4C4-F58F410F02FC}">
      <dgm:prSet/>
      <dgm:spPr/>
      <dgm:t>
        <a:bodyPr/>
        <a:lstStyle/>
        <a:p>
          <a:endParaRPr lang="en-US"/>
        </a:p>
      </dgm:t>
    </dgm:pt>
    <dgm:pt modelId="{13077ECC-88E2-EB46-9478-DF4CDCA508EF}">
      <dgm:prSet/>
      <dgm:spPr/>
      <dgm:t>
        <a:bodyPr/>
        <a:lstStyle/>
        <a:p>
          <a:endParaRPr lang="en-IE" dirty="0"/>
        </a:p>
      </dgm:t>
    </dgm:pt>
    <dgm:pt modelId="{3BD98250-C629-8D4F-B70F-7A84863AAEC5}" type="parTrans" cxnId="{7D679BE6-EE08-324B-A52F-0E9C6265B207}">
      <dgm:prSet/>
      <dgm:spPr/>
      <dgm:t>
        <a:bodyPr/>
        <a:lstStyle/>
        <a:p>
          <a:endParaRPr lang="en-US"/>
        </a:p>
      </dgm:t>
    </dgm:pt>
    <dgm:pt modelId="{8730D890-3F02-6F42-A23B-52854D9E9DC4}" type="sibTrans" cxnId="{7D679BE6-EE08-324B-A52F-0E9C6265B207}">
      <dgm:prSet/>
      <dgm:spPr/>
      <dgm:t>
        <a:bodyPr/>
        <a:lstStyle/>
        <a:p>
          <a:endParaRPr lang="en-US"/>
        </a:p>
      </dgm:t>
    </dgm:pt>
    <dgm:pt modelId="{2F54077F-285D-8348-8131-63E5C2F10E0A}">
      <dgm:prSet custT="1"/>
      <dgm:spPr/>
      <dgm:t>
        <a:bodyPr/>
        <a:lstStyle/>
        <a:p>
          <a:endParaRPr lang="en-IE" sz="1600" dirty="0"/>
        </a:p>
      </dgm:t>
    </dgm:pt>
    <dgm:pt modelId="{EF81CB62-9A70-4648-AC09-75AA81ECCDEF}" type="parTrans" cxnId="{CD368D00-D0FB-6147-AAED-BB5B068B7296}">
      <dgm:prSet/>
      <dgm:spPr/>
      <dgm:t>
        <a:bodyPr/>
        <a:lstStyle/>
        <a:p>
          <a:endParaRPr lang="en-US"/>
        </a:p>
      </dgm:t>
    </dgm:pt>
    <dgm:pt modelId="{2B5696A0-6D4D-4042-9796-5446A546621D}" type="sibTrans" cxnId="{CD368D00-D0FB-6147-AAED-BB5B068B7296}">
      <dgm:prSet/>
      <dgm:spPr/>
      <dgm:t>
        <a:bodyPr/>
        <a:lstStyle/>
        <a:p>
          <a:endParaRPr lang="en-US"/>
        </a:p>
      </dgm:t>
    </dgm:pt>
    <dgm:pt modelId="{B789B113-4D9E-413E-940A-A965752A69E9}">
      <dgm:prSet custT="1"/>
      <dgm:spPr/>
      <dgm:t>
        <a:bodyPr/>
        <a:lstStyle/>
        <a:p>
          <a:r>
            <a:rPr lang="en-IE" sz="1600" dirty="0"/>
            <a:t>Email: </a:t>
          </a:r>
          <a:r>
            <a:rPr lang="en-GB" sz="1600" b="0" i="0" dirty="0">
              <a:hlinkClick xmlns:r="http://schemas.openxmlformats.org/officeDocument/2006/relationships" r:id="rId4"/>
            </a:rPr>
            <a:t>mairead.meagher@setu.ie</a:t>
          </a:r>
          <a:r>
            <a:rPr lang="en-IE" sz="1600" b="0" i="0" dirty="0"/>
            <a:t> </a:t>
          </a:r>
          <a:endParaRPr lang="en-IE" sz="1600" dirty="0"/>
        </a:p>
      </dgm:t>
    </dgm:pt>
    <dgm:pt modelId="{35F859F1-BE91-4C39-9905-976B385CB616}" type="sibTrans" cxnId="{85706D4A-36CD-49A4-ACFD-799F9EFC9A7E}">
      <dgm:prSet/>
      <dgm:spPr/>
      <dgm:t>
        <a:bodyPr/>
        <a:lstStyle/>
        <a:p>
          <a:endParaRPr lang="en-US"/>
        </a:p>
      </dgm:t>
    </dgm:pt>
    <dgm:pt modelId="{422FF158-1C2D-4FE8-85E9-EC5E179570BF}" type="parTrans" cxnId="{85706D4A-36CD-49A4-ACFD-799F9EFC9A7E}">
      <dgm:prSet/>
      <dgm:spPr/>
      <dgm:t>
        <a:bodyPr/>
        <a:lstStyle/>
        <a:p>
          <a:endParaRPr lang="en-US"/>
        </a:p>
      </dgm:t>
    </dgm:pt>
    <dgm:pt modelId="{40CB01BD-E39E-4C58-B7B7-338368EE6A0F}" type="pres">
      <dgm:prSet presAssocID="{D62F838F-8C32-454C-A009-6611E045B501}" presName="linear" presStyleCnt="0">
        <dgm:presLayoutVars>
          <dgm:dir/>
          <dgm:animLvl val="lvl"/>
          <dgm:resizeHandles val="exact"/>
        </dgm:presLayoutVars>
      </dgm:prSet>
      <dgm:spPr/>
    </dgm:pt>
    <dgm:pt modelId="{E79E6B18-E084-49C3-B349-2AFC70390787}" type="pres">
      <dgm:prSet presAssocID="{5F0B467B-F0F6-4DDE-B862-5435E49E463E}" presName="parentLin" presStyleCnt="0"/>
      <dgm:spPr/>
    </dgm:pt>
    <dgm:pt modelId="{5C86C17F-39D4-4D10-A298-2BA1F700D177}" type="pres">
      <dgm:prSet presAssocID="{5F0B467B-F0F6-4DDE-B862-5435E49E463E}" presName="parentLeftMargin" presStyleLbl="node1" presStyleIdx="0" presStyleCnt="2"/>
      <dgm:spPr/>
    </dgm:pt>
    <dgm:pt modelId="{90478F0A-4166-4912-A626-F4FF9026B294}" type="pres">
      <dgm:prSet presAssocID="{5F0B467B-F0F6-4DDE-B862-5435E49E463E}" presName="parentText" presStyleLbl="node1" presStyleIdx="0" presStyleCnt="2" custLinFactX="-24235" custLinFactNeighborX="-100000" custLinFactNeighborY="-20070">
        <dgm:presLayoutVars>
          <dgm:chMax val="0"/>
          <dgm:bulletEnabled val="1"/>
        </dgm:presLayoutVars>
      </dgm:prSet>
      <dgm:spPr/>
    </dgm:pt>
    <dgm:pt modelId="{8CF1710A-272B-4609-AC52-A211B93EF71D}" type="pres">
      <dgm:prSet presAssocID="{5F0B467B-F0F6-4DDE-B862-5435E49E463E}" presName="negativeSpace" presStyleCnt="0"/>
      <dgm:spPr/>
    </dgm:pt>
    <dgm:pt modelId="{2DFC4765-63D2-4CBA-AB85-CEE79ECD2ED7}" type="pres">
      <dgm:prSet presAssocID="{5F0B467B-F0F6-4DDE-B862-5435E49E463E}" presName="childText" presStyleLbl="conFgAcc1" presStyleIdx="0" presStyleCnt="2" custScaleY="39836" custLinFactNeighborX="-3571" custLinFactNeighborY="-38788">
        <dgm:presLayoutVars>
          <dgm:bulletEnabled val="1"/>
        </dgm:presLayoutVars>
      </dgm:prSet>
      <dgm:spPr/>
    </dgm:pt>
    <dgm:pt modelId="{585E01A8-392F-411B-8979-D6C28ED2ECFF}" type="pres">
      <dgm:prSet presAssocID="{19EF5D3D-7451-4FA6-8734-3C0BF2A9A13D}" presName="spaceBetweenRectangles" presStyleCnt="0"/>
      <dgm:spPr/>
    </dgm:pt>
    <dgm:pt modelId="{5E513F16-3D15-4610-AF15-E76EBA500245}" type="pres">
      <dgm:prSet presAssocID="{8D76A181-87B2-4D15-9E6E-A755035C7FF0}" presName="parentLin" presStyleCnt="0"/>
      <dgm:spPr/>
    </dgm:pt>
    <dgm:pt modelId="{0FE252FB-03E9-427F-A0B7-2B2E42D4D16B}" type="pres">
      <dgm:prSet presAssocID="{8D76A181-87B2-4D15-9E6E-A755035C7FF0}" presName="parentLeftMargin" presStyleLbl="node1" presStyleIdx="0" presStyleCnt="2"/>
      <dgm:spPr/>
    </dgm:pt>
    <dgm:pt modelId="{C4102802-4075-437B-8BD7-22D24FAB4788}" type="pres">
      <dgm:prSet presAssocID="{8D76A181-87B2-4D15-9E6E-A755035C7FF0}" presName="parentText" presStyleLbl="node1" presStyleIdx="1" presStyleCnt="2" custLinFactX="-3827" custLinFactNeighborX="-100000" custLinFactNeighborY="-866">
        <dgm:presLayoutVars>
          <dgm:chMax val="0"/>
          <dgm:bulletEnabled val="1"/>
        </dgm:presLayoutVars>
      </dgm:prSet>
      <dgm:spPr/>
    </dgm:pt>
    <dgm:pt modelId="{48AC4560-2A1F-4189-8E23-B373BA8F1F92}" type="pres">
      <dgm:prSet presAssocID="{8D76A181-87B2-4D15-9E6E-A755035C7FF0}" presName="negativeSpace" presStyleCnt="0"/>
      <dgm:spPr/>
    </dgm:pt>
    <dgm:pt modelId="{239E2FAF-1211-4CE8-8DAD-5CCE862DCE1D}" type="pres">
      <dgm:prSet presAssocID="{8D76A181-87B2-4D15-9E6E-A755035C7FF0}" presName="childText" presStyleLbl="conFgAcc1" presStyleIdx="1" presStyleCnt="2" custLinFactNeighborY="47921">
        <dgm:presLayoutVars>
          <dgm:bulletEnabled val="1"/>
        </dgm:presLayoutVars>
      </dgm:prSet>
      <dgm:spPr/>
    </dgm:pt>
  </dgm:ptLst>
  <dgm:cxnLst>
    <dgm:cxn modelId="{CD368D00-D0FB-6147-AAED-BB5B068B7296}" srcId="{8D76A181-87B2-4D15-9E6E-A755035C7FF0}" destId="{2F54077F-285D-8348-8131-63E5C2F10E0A}" srcOrd="2" destOrd="0" parTransId="{EF81CB62-9A70-4648-AC09-75AA81ECCDEF}" sibTransId="{2B5696A0-6D4D-4042-9796-5446A546621D}"/>
    <dgm:cxn modelId="{09B7860A-3B53-496B-A4C4-F58F410F02FC}" srcId="{8D76A181-87B2-4D15-9E6E-A755035C7FF0}" destId="{3601B6BF-79A2-4F7E-A659-BFB6E622349E}" srcOrd="0" destOrd="0" parTransId="{F015161B-CA5A-43D3-89E5-BFE92B0B3FFC}" sibTransId="{993BF81A-C875-49AB-8F6C-D62BDD1EABBB}"/>
    <dgm:cxn modelId="{644EBD1D-8B32-4BB9-B56D-D1C203FF90E6}" srcId="{5F0B467B-F0F6-4DDE-B862-5435E49E463E}" destId="{800C748F-759C-437F-A77A-46AF93BCBE24}" srcOrd="0" destOrd="0" parTransId="{14106CA9-9540-42DA-A909-952FA184F49C}" sibTransId="{06372F48-2236-4499-9F39-A95793D19164}"/>
    <dgm:cxn modelId="{385B6629-1294-4014-9192-C51BD51BF1F3}" type="presOf" srcId="{8D76A181-87B2-4D15-9E6E-A755035C7FF0}" destId="{0FE252FB-03E9-427F-A0B7-2B2E42D4D16B}" srcOrd="0" destOrd="0" presId="urn:microsoft.com/office/officeart/2005/8/layout/list1"/>
    <dgm:cxn modelId="{85706D4A-36CD-49A4-ACFD-799F9EFC9A7E}" srcId="{8D76A181-87B2-4D15-9E6E-A755035C7FF0}" destId="{B789B113-4D9E-413E-940A-A965752A69E9}" srcOrd="1" destOrd="0" parTransId="{422FF158-1C2D-4FE8-85E9-EC5E179570BF}" sibTransId="{35F859F1-BE91-4C39-9905-976B385CB616}"/>
    <dgm:cxn modelId="{BCF79E61-3B2C-464E-8D12-795F6731C5A7}" srcId="{D62F838F-8C32-454C-A009-6611E045B501}" destId="{8D76A181-87B2-4D15-9E6E-A755035C7FF0}" srcOrd="1" destOrd="0" parTransId="{6908435C-94B2-441D-A18A-2C7ACF79D48B}" sibTransId="{65B56A89-4F26-4631-8B84-F3A9D3D78689}"/>
    <dgm:cxn modelId="{401AFE72-3C44-4710-AF9D-46D71E308FBE}" type="presOf" srcId="{8D76A181-87B2-4D15-9E6E-A755035C7FF0}" destId="{C4102802-4075-437B-8BD7-22D24FAB4788}" srcOrd="1" destOrd="0" presId="urn:microsoft.com/office/officeart/2005/8/layout/list1"/>
    <dgm:cxn modelId="{2BD23C78-90C7-4EE1-B2EE-59950851C9B4}" srcId="{5F0B467B-F0F6-4DDE-B862-5435E49E463E}" destId="{3CB5E735-2C66-4FBF-8E94-78DF6246C05B}" srcOrd="1" destOrd="0" parTransId="{80F4F911-F5A2-47CB-9FC3-E2B37A216B59}" sibTransId="{86B13B97-C854-498D-B45E-06D0F44074EE}"/>
    <dgm:cxn modelId="{CE83C29B-E25A-4E46-AD9E-D5F34047D827}" type="presOf" srcId="{D62F838F-8C32-454C-A009-6611E045B501}" destId="{40CB01BD-E39E-4C58-B7B7-338368EE6A0F}" srcOrd="0" destOrd="0" presId="urn:microsoft.com/office/officeart/2005/8/layout/list1"/>
    <dgm:cxn modelId="{51A53EA2-B987-9842-9429-AFCD238E6964}" type="presOf" srcId="{B789B113-4D9E-413E-940A-A965752A69E9}" destId="{239E2FAF-1211-4CE8-8DAD-5CCE862DCE1D}" srcOrd="0" destOrd="1" presId="urn:microsoft.com/office/officeart/2005/8/layout/list1"/>
    <dgm:cxn modelId="{F22DF5AF-8307-43C1-8BD9-6E5FBBB2B3F8}" type="presOf" srcId="{5F0B467B-F0F6-4DDE-B862-5435E49E463E}" destId="{5C86C17F-39D4-4D10-A298-2BA1F700D177}" srcOrd="0" destOrd="0" presId="urn:microsoft.com/office/officeart/2005/8/layout/list1"/>
    <dgm:cxn modelId="{9E841CB4-CF6F-754B-A1E8-864AFAAF236E}" type="presOf" srcId="{3601B6BF-79A2-4F7E-A659-BFB6E622349E}" destId="{239E2FAF-1211-4CE8-8DAD-5CCE862DCE1D}" srcOrd="0" destOrd="0" presId="urn:microsoft.com/office/officeart/2005/8/layout/list1"/>
    <dgm:cxn modelId="{3D284DBF-ECC0-0042-84A4-DE7F9B817A97}" type="presOf" srcId="{800C748F-759C-437F-A77A-46AF93BCBE24}" destId="{2DFC4765-63D2-4CBA-AB85-CEE79ECD2ED7}" srcOrd="0" destOrd="0" presId="urn:microsoft.com/office/officeart/2005/8/layout/list1"/>
    <dgm:cxn modelId="{6419DCC3-2806-47FE-A754-7EEF5874197F}" srcId="{D62F838F-8C32-454C-A009-6611E045B501}" destId="{5F0B467B-F0F6-4DDE-B862-5435E49E463E}" srcOrd="0" destOrd="0" parTransId="{005A8E0F-068E-4B4F-90EF-2A654D50D2F2}" sibTransId="{19EF5D3D-7451-4FA6-8734-3C0BF2A9A13D}"/>
    <dgm:cxn modelId="{3D986DC8-820F-2448-9898-5BE250C7C242}" type="presOf" srcId="{13077ECC-88E2-EB46-9478-DF4CDCA508EF}" destId="{2DFC4765-63D2-4CBA-AB85-CEE79ECD2ED7}" srcOrd="0" destOrd="2" presId="urn:microsoft.com/office/officeart/2005/8/layout/list1"/>
    <dgm:cxn modelId="{151F95CA-9282-42E1-B2C4-86D03B0F6A53}" type="presOf" srcId="{5F0B467B-F0F6-4DDE-B862-5435E49E463E}" destId="{90478F0A-4166-4912-A626-F4FF9026B294}" srcOrd="1" destOrd="0" presId="urn:microsoft.com/office/officeart/2005/8/layout/list1"/>
    <dgm:cxn modelId="{79DF84E2-5660-DA4D-8D64-BB94159DAFBB}" type="presOf" srcId="{2F54077F-285D-8348-8131-63E5C2F10E0A}" destId="{239E2FAF-1211-4CE8-8DAD-5CCE862DCE1D}" srcOrd="0" destOrd="2" presId="urn:microsoft.com/office/officeart/2005/8/layout/list1"/>
    <dgm:cxn modelId="{7D679BE6-EE08-324B-A52F-0E9C6265B207}" srcId="{5F0B467B-F0F6-4DDE-B862-5435E49E463E}" destId="{13077ECC-88E2-EB46-9478-DF4CDCA508EF}" srcOrd="2" destOrd="0" parTransId="{3BD98250-C629-8D4F-B70F-7A84863AAEC5}" sibTransId="{8730D890-3F02-6F42-A23B-52854D9E9DC4}"/>
    <dgm:cxn modelId="{F900A7EB-F9D3-B843-8692-787BB242459B}" type="presOf" srcId="{3CB5E735-2C66-4FBF-8E94-78DF6246C05B}" destId="{2DFC4765-63D2-4CBA-AB85-CEE79ECD2ED7}" srcOrd="0" destOrd="1" presId="urn:microsoft.com/office/officeart/2005/8/layout/list1"/>
    <dgm:cxn modelId="{3F3C0710-68D6-416D-B65F-3B46F7F79DD9}" type="presParOf" srcId="{40CB01BD-E39E-4C58-B7B7-338368EE6A0F}" destId="{E79E6B18-E084-49C3-B349-2AFC70390787}" srcOrd="0" destOrd="0" presId="urn:microsoft.com/office/officeart/2005/8/layout/list1"/>
    <dgm:cxn modelId="{D11CBE3A-E85D-48DB-8338-E9ECEE7BCEE8}" type="presParOf" srcId="{E79E6B18-E084-49C3-B349-2AFC70390787}" destId="{5C86C17F-39D4-4D10-A298-2BA1F700D177}" srcOrd="0" destOrd="0" presId="urn:microsoft.com/office/officeart/2005/8/layout/list1"/>
    <dgm:cxn modelId="{FA1D69C5-16D5-4B1E-B50E-1BA3606EDB2A}" type="presParOf" srcId="{E79E6B18-E084-49C3-B349-2AFC70390787}" destId="{90478F0A-4166-4912-A626-F4FF9026B294}" srcOrd="1" destOrd="0" presId="urn:microsoft.com/office/officeart/2005/8/layout/list1"/>
    <dgm:cxn modelId="{FB052F1C-E2BC-4D16-9303-B19337EBB6BF}" type="presParOf" srcId="{40CB01BD-E39E-4C58-B7B7-338368EE6A0F}" destId="{8CF1710A-272B-4609-AC52-A211B93EF71D}" srcOrd="1" destOrd="0" presId="urn:microsoft.com/office/officeart/2005/8/layout/list1"/>
    <dgm:cxn modelId="{F72019AA-98C1-40D6-9D81-9AB4CD133854}" type="presParOf" srcId="{40CB01BD-E39E-4C58-B7B7-338368EE6A0F}" destId="{2DFC4765-63D2-4CBA-AB85-CEE79ECD2ED7}" srcOrd="2" destOrd="0" presId="urn:microsoft.com/office/officeart/2005/8/layout/list1"/>
    <dgm:cxn modelId="{84CD2EAF-3A51-4163-BCD8-2441C138E06B}" type="presParOf" srcId="{40CB01BD-E39E-4C58-B7B7-338368EE6A0F}" destId="{585E01A8-392F-411B-8979-D6C28ED2ECFF}" srcOrd="3" destOrd="0" presId="urn:microsoft.com/office/officeart/2005/8/layout/list1"/>
    <dgm:cxn modelId="{32CFF45B-7940-487D-86A4-71594DB19702}" type="presParOf" srcId="{40CB01BD-E39E-4C58-B7B7-338368EE6A0F}" destId="{5E513F16-3D15-4610-AF15-E76EBA500245}" srcOrd="4" destOrd="0" presId="urn:microsoft.com/office/officeart/2005/8/layout/list1"/>
    <dgm:cxn modelId="{0EE2AD46-9C80-476C-A81E-6405681243E9}" type="presParOf" srcId="{5E513F16-3D15-4610-AF15-E76EBA500245}" destId="{0FE252FB-03E9-427F-A0B7-2B2E42D4D16B}" srcOrd="0" destOrd="0" presId="urn:microsoft.com/office/officeart/2005/8/layout/list1"/>
    <dgm:cxn modelId="{1D60C6DB-EA28-447E-A11C-DF2EACC98C67}" type="presParOf" srcId="{5E513F16-3D15-4610-AF15-E76EBA500245}" destId="{C4102802-4075-437B-8BD7-22D24FAB4788}" srcOrd="1" destOrd="0" presId="urn:microsoft.com/office/officeart/2005/8/layout/list1"/>
    <dgm:cxn modelId="{8CF4DCFE-6776-44E6-A064-2F92E8F30482}" type="presParOf" srcId="{40CB01BD-E39E-4C58-B7B7-338368EE6A0F}" destId="{48AC4560-2A1F-4189-8E23-B373BA8F1F92}" srcOrd="5" destOrd="0" presId="urn:microsoft.com/office/officeart/2005/8/layout/list1"/>
    <dgm:cxn modelId="{37A27C7C-EDFA-4FDC-A41A-58EC5DAA39E8}" type="presParOf" srcId="{40CB01BD-E39E-4C58-B7B7-338368EE6A0F}" destId="{239E2FAF-1211-4CE8-8DAD-5CCE862DCE1D}" srcOrd="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6E062B23-9DCD-405F-B858-A21D01BFB725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9D5A0630-34FD-43DA-8C21-12921ED1B0E5}">
      <dgm:prSet/>
      <dgm:spPr/>
      <dgm:t>
        <a:bodyPr/>
        <a:lstStyle/>
        <a:p>
          <a:r>
            <a:rPr lang="en-IE"/>
            <a:t>100% Continuous Assessment (CA).</a:t>
          </a:r>
          <a:endParaRPr lang="en-US"/>
        </a:p>
      </dgm:t>
    </dgm:pt>
    <dgm:pt modelId="{7AF59D60-D6E0-41AC-B267-8D638ED97F93}" type="parTrans" cxnId="{247D8E23-EFD4-43E6-8548-3B3AF5BE83CA}">
      <dgm:prSet/>
      <dgm:spPr/>
      <dgm:t>
        <a:bodyPr/>
        <a:lstStyle/>
        <a:p>
          <a:endParaRPr lang="en-US"/>
        </a:p>
      </dgm:t>
    </dgm:pt>
    <dgm:pt modelId="{CE95E6C0-0650-44DE-B62C-92D3EFA65FFD}" type="sibTrans" cxnId="{247D8E23-EFD4-43E6-8548-3B3AF5BE83CA}">
      <dgm:prSet/>
      <dgm:spPr/>
      <dgm:t>
        <a:bodyPr/>
        <a:lstStyle/>
        <a:p>
          <a:endParaRPr lang="en-US"/>
        </a:p>
      </dgm:t>
    </dgm:pt>
    <dgm:pt modelId="{C55D3397-61B7-4594-BE1A-043B5DA572D6}">
      <dgm:prSet/>
      <dgm:spPr/>
      <dgm:t>
        <a:bodyPr/>
        <a:lstStyle/>
        <a:p>
          <a:r>
            <a:rPr lang="en-IE"/>
            <a:t>All Individual assignments </a:t>
          </a:r>
          <a:endParaRPr lang="en-US"/>
        </a:p>
      </dgm:t>
    </dgm:pt>
    <dgm:pt modelId="{2A4B965C-6546-463B-BAA0-F762791F8092}" type="parTrans" cxnId="{3F654856-CE18-44EE-862B-38A275F13114}">
      <dgm:prSet/>
      <dgm:spPr/>
      <dgm:t>
        <a:bodyPr/>
        <a:lstStyle/>
        <a:p>
          <a:endParaRPr lang="en-US"/>
        </a:p>
      </dgm:t>
    </dgm:pt>
    <dgm:pt modelId="{D6650438-3823-4889-82EF-2B6C4E67E417}" type="sibTrans" cxnId="{3F654856-CE18-44EE-862B-38A275F13114}">
      <dgm:prSet/>
      <dgm:spPr/>
      <dgm:t>
        <a:bodyPr/>
        <a:lstStyle/>
        <a:p>
          <a:endParaRPr lang="en-US"/>
        </a:p>
      </dgm:t>
    </dgm:pt>
    <dgm:pt modelId="{D42B4926-47EA-4916-A964-EEE19A8FB5E1}">
      <dgm:prSet/>
      <dgm:spPr/>
      <dgm:t>
        <a:bodyPr/>
        <a:lstStyle/>
        <a:p>
          <a:r>
            <a:rPr lang="en-IE"/>
            <a:t>(no team-based ones).</a:t>
          </a:r>
          <a:endParaRPr lang="en-US"/>
        </a:p>
      </dgm:t>
    </dgm:pt>
    <dgm:pt modelId="{DFB0C63D-31E9-4FB3-81CA-40DB5EF6C8E9}" type="parTrans" cxnId="{19EB039A-D686-44EC-A052-1CE17E73B796}">
      <dgm:prSet/>
      <dgm:spPr/>
      <dgm:t>
        <a:bodyPr/>
        <a:lstStyle/>
        <a:p>
          <a:endParaRPr lang="en-US"/>
        </a:p>
      </dgm:t>
    </dgm:pt>
    <dgm:pt modelId="{2F961AD5-4591-49B9-B4E3-FBC04F5D0577}" type="sibTrans" cxnId="{19EB039A-D686-44EC-A052-1CE17E73B796}">
      <dgm:prSet/>
      <dgm:spPr/>
      <dgm:t>
        <a:bodyPr/>
        <a:lstStyle/>
        <a:p>
          <a:endParaRPr lang="en-US"/>
        </a:p>
      </dgm:t>
    </dgm:pt>
    <dgm:pt modelId="{5E5D0935-F52F-4241-851C-552B4800B982}">
      <dgm:prSet/>
      <dgm:spPr/>
      <dgm:t>
        <a:bodyPr/>
        <a:lstStyle/>
        <a:p>
          <a:r>
            <a:rPr lang="en-IE"/>
            <a:t>Submit via Moodle assignment dropboxes.</a:t>
          </a:r>
          <a:endParaRPr lang="en-US"/>
        </a:p>
      </dgm:t>
    </dgm:pt>
    <dgm:pt modelId="{FA08029C-CF79-4BE7-B933-A066CB24CDE5}" type="parTrans" cxnId="{5C6B1B50-1511-463A-9C00-C0A05CC38D56}">
      <dgm:prSet/>
      <dgm:spPr/>
      <dgm:t>
        <a:bodyPr/>
        <a:lstStyle/>
        <a:p>
          <a:endParaRPr lang="en-US"/>
        </a:p>
      </dgm:t>
    </dgm:pt>
    <dgm:pt modelId="{84AF078F-D529-4689-A9F5-EA01D0B577AE}" type="sibTrans" cxnId="{5C6B1B50-1511-463A-9C00-C0A05CC38D56}">
      <dgm:prSet/>
      <dgm:spPr/>
      <dgm:t>
        <a:bodyPr/>
        <a:lstStyle/>
        <a:p>
          <a:endParaRPr lang="en-US"/>
        </a:p>
      </dgm:t>
    </dgm:pt>
    <dgm:pt modelId="{509B5DF4-EF6E-40E1-B523-2413F84A9115}">
      <dgm:prSet/>
      <dgm:spPr/>
      <dgm:t>
        <a:bodyPr/>
        <a:lstStyle/>
        <a:p>
          <a:r>
            <a:rPr lang="en-IE"/>
            <a:t>Hard deadlines; </a:t>
          </a:r>
          <a:br>
            <a:rPr lang="en-IE"/>
          </a:br>
          <a:r>
            <a:rPr lang="en-IE"/>
            <a:t>extensions only permitted if </a:t>
          </a:r>
          <a:r>
            <a:rPr lang="en-IE">
              <a:hlinkClick xmlns:r="http://schemas.openxmlformats.org/officeDocument/2006/relationships" r:id="rId1"/>
            </a:rPr>
            <a:t>mitigating circumstances </a:t>
          </a:r>
          <a:r>
            <a:rPr lang="en-IE"/>
            <a:t>apply.</a:t>
          </a:r>
          <a:endParaRPr lang="en-US"/>
        </a:p>
      </dgm:t>
    </dgm:pt>
    <dgm:pt modelId="{05E54DBF-9A8B-46C5-B65B-89A989E6D0E1}" type="parTrans" cxnId="{9E79D55E-F61D-43ED-BFED-372A3D4669AE}">
      <dgm:prSet/>
      <dgm:spPr/>
      <dgm:t>
        <a:bodyPr/>
        <a:lstStyle/>
        <a:p>
          <a:endParaRPr lang="en-US"/>
        </a:p>
      </dgm:t>
    </dgm:pt>
    <dgm:pt modelId="{9E25C89D-7684-475B-97FA-3A8CD7979EBE}" type="sibTrans" cxnId="{9E79D55E-F61D-43ED-BFED-372A3D4669AE}">
      <dgm:prSet/>
      <dgm:spPr/>
      <dgm:t>
        <a:bodyPr/>
        <a:lstStyle/>
        <a:p>
          <a:endParaRPr lang="en-US"/>
        </a:p>
      </dgm:t>
    </dgm:pt>
    <dgm:pt modelId="{3D892901-FDF4-4C90-BFD8-EC5C4726EBE7}">
      <dgm:prSet/>
      <dgm:spPr/>
      <dgm:t>
        <a:bodyPr/>
        <a:lstStyle/>
        <a:p>
          <a:r>
            <a:rPr lang="en-IE"/>
            <a:t>Interviews </a:t>
          </a:r>
          <a:endParaRPr lang="en-US"/>
        </a:p>
      </dgm:t>
    </dgm:pt>
    <dgm:pt modelId="{16110228-89FF-4AEB-97B8-7A318E752AD5}" type="parTrans" cxnId="{F3D39610-78F0-4571-B0B1-4120DECB7746}">
      <dgm:prSet/>
      <dgm:spPr/>
      <dgm:t>
        <a:bodyPr/>
        <a:lstStyle/>
        <a:p>
          <a:endParaRPr lang="en-US"/>
        </a:p>
      </dgm:t>
    </dgm:pt>
    <dgm:pt modelId="{F4917BE6-7A6F-4588-9C58-F555D1B40678}" type="sibTrans" cxnId="{F3D39610-78F0-4571-B0B1-4120DECB7746}">
      <dgm:prSet/>
      <dgm:spPr/>
      <dgm:t>
        <a:bodyPr/>
        <a:lstStyle/>
        <a:p>
          <a:endParaRPr lang="en-US"/>
        </a:p>
      </dgm:t>
    </dgm:pt>
    <dgm:pt modelId="{12A3CCCD-B63D-41C2-A494-26B69617E66D}" type="pres">
      <dgm:prSet presAssocID="{6E062B23-9DCD-405F-B858-A21D01BFB725}" presName="root" presStyleCnt="0">
        <dgm:presLayoutVars>
          <dgm:dir/>
          <dgm:resizeHandles val="exact"/>
        </dgm:presLayoutVars>
      </dgm:prSet>
      <dgm:spPr/>
    </dgm:pt>
    <dgm:pt modelId="{2BAB634B-2DF0-47CC-B6D4-B4D9DFE41525}" type="pres">
      <dgm:prSet presAssocID="{9D5A0630-34FD-43DA-8C21-12921ED1B0E5}" presName="compNode" presStyleCnt="0"/>
      <dgm:spPr/>
    </dgm:pt>
    <dgm:pt modelId="{C0C58802-7E9A-4C68-8F13-366F5D890375}" type="pres">
      <dgm:prSet presAssocID="{9D5A0630-34FD-43DA-8C21-12921ED1B0E5}" presName="bgRect" presStyleLbl="bgShp" presStyleIdx="0" presStyleCnt="5"/>
      <dgm:spPr/>
    </dgm:pt>
    <dgm:pt modelId="{F95B8E84-1135-4674-BD2D-BB916BD57DFC}" type="pres">
      <dgm:prSet presAssocID="{9D5A0630-34FD-43DA-8C21-12921ED1B0E5}" presName="iconRect" presStyleLbl="node1" presStyleIdx="0" presStyleCnt="5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obot"/>
        </a:ext>
      </dgm:extLst>
    </dgm:pt>
    <dgm:pt modelId="{A4C7F21C-705D-4C6B-95ED-D2273D4F9245}" type="pres">
      <dgm:prSet presAssocID="{9D5A0630-34FD-43DA-8C21-12921ED1B0E5}" presName="spaceRect" presStyleCnt="0"/>
      <dgm:spPr/>
    </dgm:pt>
    <dgm:pt modelId="{572F9FFE-9588-40B3-A540-6BEE6DA5EA1E}" type="pres">
      <dgm:prSet presAssocID="{9D5A0630-34FD-43DA-8C21-12921ED1B0E5}" presName="parTx" presStyleLbl="revTx" presStyleIdx="0" presStyleCnt="6">
        <dgm:presLayoutVars>
          <dgm:chMax val="0"/>
          <dgm:chPref val="0"/>
        </dgm:presLayoutVars>
      </dgm:prSet>
      <dgm:spPr/>
    </dgm:pt>
    <dgm:pt modelId="{B5370256-4017-42C4-B584-8F90B8592C92}" type="pres">
      <dgm:prSet presAssocID="{CE95E6C0-0650-44DE-B62C-92D3EFA65FFD}" presName="sibTrans" presStyleCnt="0"/>
      <dgm:spPr/>
    </dgm:pt>
    <dgm:pt modelId="{158E737E-8E22-4A73-9FD9-AD0F79A9CE57}" type="pres">
      <dgm:prSet presAssocID="{C55D3397-61B7-4594-BE1A-043B5DA572D6}" presName="compNode" presStyleCnt="0"/>
      <dgm:spPr/>
    </dgm:pt>
    <dgm:pt modelId="{FCE526E9-CCFC-41CD-8AAC-C35B41E96B15}" type="pres">
      <dgm:prSet presAssocID="{C55D3397-61B7-4594-BE1A-043B5DA572D6}" presName="bgRect" presStyleLbl="bgShp" presStyleIdx="1" presStyleCnt="5"/>
      <dgm:spPr/>
    </dgm:pt>
    <dgm:pt modelId="{7995598F-A9E8-4166-A8E4-A9AB6F3F83D0}" type="pres">
      <dgm:prSet presAssocID="{C55D3397-61B7-4594-BE1A-043B5DA572D6}" presName="iconRect" presStyleLbl="node1" presStyleIdx="1" presStyleCnt="5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s"/>
        </a:ext>
      </dgm:extLst>
    </dgm:pt>
    <dgm:pt modelId="{99274E9F-00A3-4879-A6CF-E87993C619C2}" type="pres">
      <dgm:prSet presAssocID="{C55D3397-61B7-4594-BE1A-043B5DA572D6}" presName="spaceRect" presStyleCnt="0"/>
      <dgm:spPr/>
    </dgm:pt>
    <dgm:pt modelId="{94C4FD7A-1C12-4CC4-B7AB-45830BE38E60}" type="pres">
      <dgm:prSet presAssocID="{C55D3397-61B7-4594-BE1A-043B5DA572D6}" presName="parTx" presStyleLbl="revTx" presStyleIdx="1" presStyleCnt="6">
        <dgm:presLayoutVars>
          <dgm:chMax val="0"/>
          <dgm:chPref val="0"/>
        </dgm:presLayoutVars>
      </dgm:prSet>
      <dgm:spPr/>
    </dgm:pt>
    <dgm:pt modelId="{1794878F-4F8E-4F58-BAE6-28085C1C74C7}" type="pres">
      <dgm:prSet presAssocID="{C55D3397-61B7-4594-BE1A-043B5DA572D6}" presName="desTx" presStyleLbl="revTx" presStyleIdx="2" presStyleCnt="6">
        <dgm:presLayoutVars/>
      </dgm:prSet>
      <dgm:spPr/>
    </dgm:pt>
    <dgm:pt modelId="{B80988AF-AA64-4FA2-AD0B-A89FDC9124A3}" type="pres">
      <dgm:prSet presAssocID="{D6650438-3823-4889-82EF-2B6C4E67E417}" presName="sibTrans" presStyleCnt="0"/>
      <dgm:spPr/>
    </dgm:pt>
    <dgm:pt modelId="{16FEEAD8-3280-4FD4-9660-5800CF1AF72E}" type="pres">
      <dgm:prSet presAssocID="{5E5D0935-F52F-4241-851C-552B4800B982}" presName="compNode" presStyleCnt="0"/>
      <dgm:spPr/>
    </dgm:pt>
    <dgm:pt modelId="{BD9809C5-9D22-4C50-9A62-E761D147E3FB}" type="pres">
      <dgm:prSet presAssocID="{5E5D0935-F52F-4241-851C-552B4800B982}" presName="bgRect" presStyleLbl="bgShp" presStyleIdx="2" presStyleCnt="5"/>
      <dgm:spPr/>
    </dgm:pt>
    <dgm:pt modelId="{DA291D2A-96DC-43E3-85F6-F18857161636}" type="pres">
      <dgm:prSet presAssocID="{5E5D0935-F52F-4241-851C-552B4800B982}" presName="iconRect" presStyleLbl="node1" presStyleIdx="2" presStyleCnt="5"/>
      <dgm:spPr>
        <a:blipFill>
          <a:blip xmlns:r="http://schemas.openxmlformats.org/officeDocument/2006/relationships"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16105C0C-42D3-49DA-93E7-255969D4E8ED}" type="pres">
      <dgm:prSet presAssocID="{5E5D0935-F52F-4241-851C-552B4800B982}" presName="spaceRect" presStyleCnt="0"/>
      <dgm:spPr/>
    </dgm:pt>
    <dgm:pt modelId="{43A7E764-F92D-419D-951C-A0D759DE5DAC}" type="pres">
      <dgm:prSet presAssocID="{5E5D0935-F52F-4241-851C-552B4800B982}" presName="parTx" presStyleLbl="revTx" presStyleIdx="3" presStyleCnt="6">
        <dgm:presLayoutVars>
          <dgm:chMax val="0"/>
          <dgm:chPref val="0"/>
        </dgm:presLayoutVars>
      </dgm:prSet>
      <dgm:spPr/>
    </dgm:pt>
    <dgm:pt modelId="{67CFD815-41C5-42B8-A6F2-A03E2C4917C4}" type="pres">
      <dgm:prSet presAssocID="{84AF078F-D529-4689-A9F5-EA01D0B577AE}" presName="sibTrans" presStyleCnt="0"/>
      <dgm:spPr/>
    </dgm:pt>
    <dgm:pt modelId="{483362CA-5441-47DB-9BD7-C20BAE023104}" type="pres">
      <dgm:prSet presAssocID="{509B5DF4-EF6E-40E1-B523-2413F84A9115}" presName="compNode" presStyleCnt="0"/>
      <dgm:spPr/>
    </dgm:pt>
    <dgm:pt modelId="{60D53054-3748-44F0-B4DB-AD1782E90BAE}" type="pres">
      <dgm:prSet presAssocID="{509B5DF4-EF6E-40E1-B523-2413F84A9115}" presName="bgRect" presStyleLbl="bgShp" presStyleIdx="3" presStyleCnt="5"/>
      <dgm:spPr/>
    </dgm:pt>
    <dgm:pt modelId="{A07B62CE-B756-4D79-8563-8DDFB8DF7D5C}" type="pres">
      <dgm:prSet presAssocID="{509B5DF4-EF6E-40E1-B523-2413F84A9115}" presName="iconRect" presStyleLbl="node1" presStyleIdx="3" presStyleCnt="5"/>
      <dgm:spPr>
        <a:blipFill>
          <a:blip xmlns:r="http://schemas.openxmlformats.org/officeDocument/2006/relationships"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4C9B9866-226E-4E0D-9D6B-42D97849E595}" type="pres">
      <dgm:prSet presAssocID="{509B5DF4-EF6E-40E1-B523-2413F84A9115}" presName="spaceRect" presStyleCnt="0"/>
      <dgm:spPr/>
    </dgm:pt>
    <dgm:pt modelId="{060F1FB6-C114-4F7D-9EB3-7BFD55301F06}" type="pres">
      <dgm:prSet presAssocID="{509B5DF4-EF6E-40E1-B523-2413F84A9115}" presName="parTx" presStyleLbl="revTx" presStyleIdx="4" presStyleCnt="6">
        <dgm:presLayoutVars>
          <dgm:chMax val="0"/>
          <dgm:chPref val="0"/>
        </dgm:presLayoutVars>
      </dgm:prSet>
      <dgm:spPr/>
    </dgm:pt>
    <dgm:pt modelId="{53643FD1-FA02-4D2E-8EA4-9634210D04A1}" type="pres">
      <dgm:prSet presAssocID="{9E25C89D-7684-475B-97FA-3A8CD7979EBE}" presName="sibTrans" presStyleCnt="0"/>
      <dgm:spPr/>
    </dgm:pt>
    <dgm:pt modelId="{6FB4D20C-FE81-43C5-9F6D-7101EA07B1F5}" type="pres">
      <dgm:prSet presAssocID="{3D892901-FDF4-4C90-BFD8-EC5C4726EBE7}" presName="compNode" presStyleCnt="0"/>
      <dgm:spPr/>
    </dgm:pt>
    <dgm:pt modelId="{6D0216D7-29D5-4960-A274-D0D829EB6229}" type="pres">
      <dgm:prSet presAssocID="{3D892901-FDF4-4C90-BFD8-EC5C4726EBE7}" presName="bgRect" presStyleLbl="bgShp" presStyleIdx="4" presStyleCnt="5"/>
      <dgm:spPr/>
    </dgm:pt>
    <dgm:pt modelId="{91482BBD-D179-464A-9E01-BD98618B92E8}" type="pres">
      <dgm:prSet presAssocID="{3D892901-FDF4-4C90-BFD8-EC5C4726EBE7}" presName="iconRect" presStyleLbl="node1" presStyleIdx="4" presStyleCnt="5"/>
      <dgm:spPr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hat"/>
        </a:ext>
      </dgm:extLst>
    </dgm:pt>
    <dgm:pt modelId="{D572FD39-2097-4B4F-9CE8-10730C56FE9E}" type="pres">
      <dgm:prSet presAssocID="{3D892901-FDF4-4C90-BFD8-EC5C4726EBE7}" presName="spaceRect" presStyleCnt="0"/>
      <dgm:spPr/>
    </dgm:pt>
    <dgm:pt modelId="{7908F107-174F-4E29-9604-33476638C3F2}" type="pres">
      <dgm:prSet presAssocID="{3D892901-FDF4-4C90-BFD8-EC5C4726EBE7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F3D39610-78F0-4571-B0B1-4120DECB7746}" srcId="{6E062B23-9DCD-405F-B858-A21D01BFB725}" destId="{3D892901-FDF4-4C90-BFD8-EC5C4726EBE7}" srcOrd="4" destOrd="0" parTransId="{16110228-89FF-4AEB-97B8-7A318E752AD5}" sibTransId="{F4917BE6-7A6F-4588-9C58-F555D1B40678}"/>
    <dgm:cxn modelId="{BE85E310-3E50-4AAA-9D6D-8764F9C84BAB}" type="presOf" srcId="{D42B4926-47EA-4916-A964-EEE19A8FB5E1}" destId="{1794878F-4F8E-4F58-BAE6-28085C1C74C7}" srcOrd="0" destOrd="0" presId="urn:microsoft.com/office/officeart/2018/2/layout/IconVerticalSolidList"/>
    <dgm:cxn modelId="{247D8E23-EFD4-43E6-8548-3B3AF5BE83CA}" srcId="{6E062B23-9DCD-405F-B858-A21D01BFB725}" destId="{9D5A0630-34FD-43DA-8C21-12921ED1B0E5}" srcOrd="0" destOrd="0" parTransId="{7AF59D60-D6E0-41AC-B267-8D638ED97F93}" sibTransId="{CE95E6C0-0650-44DE-B62C-92D3EFA65FFD}"/>
    <dgm:cxn modelId="{E7B75B25-09D4-4D10-A092-8B1F43B40EAD}" type="presOf" srcId="{C55D3397-61B7-4594-BE1A-043B5DA572D6}" destId="{94C4FD7A-1C12-4CC4-B7AB-45830BE38E60}" srcOrd="0" destOrd="0" presId="urn:microsoft.com/office/officeart/2018/2/layout/IconVerticalSolidList"/>
    <dgm:cxn modelId="{5C6B1B50-1511-463A-9C00-C0A05CC38D56}" srcId="{6E062B23-9DCD-405F-B858-A21D01BFB725}" destId="{5E5D0935-F52F-4241-851C-552B4800B982}" srcOrd="2" destOrd="0" parTransId="{FA08029C-CF79-4BE7-B933-A066CB24CDE5}" sibTransId="{84AF078F-D529-4689-A9F5-EA01D0B577AE}"/>
    <dgm:cxn modelId="{3F654856-CE18-44EE-862B-38A275F13114}" srcId="{6E062B23-9DCD-405F-B858-A21D01BFB725}" destId="{C55D3397-61B7-4594-BE1A-043B5DA572D6}" srcOrd="1" destOrd="0" parTransId="{2A4B965C-6546-463B-BAA0-F762791F8092}" sibTransId="{D6650438-3823-4889-82EF-2B6C4E67E417}"/>
    <dgm:cxn modelId="{9E79D55E-F61D-43ED-BFED-372A3D4669AE}" srcId="{6E062B23-9DCD-405F-B858-A21D01BFB725}" destId="{509B5DF4-EF6E-40E1-B523-2413F84A9115}" srcOrd="3" destOrd="0" parTransId="{05E54DBF-9A8B-46C5-B65B-89A989E6D0E1}" sibTransId="{9E25C89D-7684-475B-97FA-3A8CD7979EBE}"/>
    <dgm:cxn modelId="{84623463-0FDB-41E4-AFB7-91554BBAC9FB}" type="presOf" srcId="{3D892901-FDF4-4C90-BFD8-EC5C4726EBE7}" destId="{7908F107-174F-4E29-9604-33476638C3F2}" srcOrd="0" destOrd="0" presId="urn:microsoft.com/office/officeart/2018/2/layout/IconVerticalSolidList"/>
    <dgm:cxn modelId="{19EB039A-D686-44EC-A052-1CE17E73B796}" srcId="{C55D3397-61B7-4594-BE1A-043B5DA572D6}" destId="{D42B4926-47EA-4916-A964-EEE19A8FB5E1}" srcOrd="0" destOrd="0" parTransId="{DFB0C63D-31E9-4FB3-81CA-40DB5EF6C8E9}" sibTransId="{2F961AD5-4591-49B9-B4E3-FBC04F5D0577}"/>
    <dgm:cxn modelId="{7078E2B5-F579-4422-9B5C-ED84E51D7E1B}" type="presOf" srcId="{6E062B23-9DCD-405F-B858-A21D01BFB725}" destId="{12A3CCCD-B63D-41C2-A494-26B69617E66D}" srcOrd="0" destOrd="0" presId="urn:microsoft.com/office/officeart/2018/2/layout/IconVerticalSolidList"/>
    <dgm:cxn modelId="{B1BDC7BA-51A2-4ED8-8AA8-78394F4FFA5F}" type="presOf" srcId="{5E5D0935-F52F-4241-851C-552B4800B982}" destId="{43A7E764-F92D-419D-951C-A0D759DE5DAC}" srcOrd="0" destOrd="0" presId="urn:microsoft.com/office/officeart/2018/2/layout/IconVerticalSolidList"/>
    <dgm:cxn modelId="{61055DBC-1B37-4CB4-9D20-7C51603718AF}" type="presOf" srcId="{509B5DF4-EF6E-40E1-B523-2413F84A9115}" destId="{060F1FB6-C114-4F7D-9EB3-7BFD55301F06}" srcOrd="0" destOrd="0" presId="urn:microsoft.com/office/officeart/2018/2/layout/IconVerticalSolidList"/>
    <dgm:cxn modelId="{AB641EF5-E757-47BF-BA62-EE3232D60BA2}" type="presOf" srcId="{9D5A0630-34FD-43DA-8C21-12921ED1B0E5}" destId="{572F9FFE-9588-40B3-A540-6BEE6DA5EA1E}" srcOrd="0" destOrd="0" presId="urn:microsoft.com/office/officeart/2018/2/layout/IconVerticalSolidList"/>
    <dgm:cxn modelId="{6B390B16-3E39-404E-9E99-5C662FF34FA4}" type="presParOf" srcId="{12A3CCCD-B63D-41C2-A494-26B69617E66D}" destId="{2BAB634B-2DF0-47CC-B6D4-B4D9DFE41525}" srcOrd="0" destOrd="0" presId="urn:microsoft.com/office/officeart/2018/2/layout/IconVerticalSolidList"/>
    <dgm:cxn modelId="{B15FE7CF-B89B-43A8-8970-042DA0E0A314}" type="presParOf" srcId="{2BAB634B-2DF0-47CC-B6D4-B4D9DFE41525}" destId="{C0C58802-7E9A-4C68-8F13-366F5D890375}" srcOrd="0" destOrd="0" presId="urn:microsoft.com/office/officeart/2018/2/layout/IconVerticalSolidList"/>
    <dgm:cxn modelId="{5F15E7F6-AD4F-4D79-A5A5-6297DFF64990}" type="presParOf" srcId="{2BAB634B-2DF0-47CC-B6D4-B4D9DFE41525}" destId="{F95B8E84-1135-4674-BD2D-BB916BD57DFC}" srcOrd="1" destOrd="0" presId="urn:microsoft.com/office/officeart/2018/2/layout/IconVerticalSolidList"/>
    <dgm:cxn modelId="{9EDB6A80-2C99-40B0-B50A-E0C8DD33BA8C}" type="presParOf" srcId="{2BAB634B-2DF0-47CC-B6D4-B4D9DFE41525}" destId="{A4C7F21C-705D-4C6B-95ED-D2273D4F9245}" srcOrd="2" destOrd="0" presId="urn:microsoft.com/office/officeart/2018/2/layout/IconVerticalSolidList"/>
    <dgm:cxn modelId="{8C51A450-BCEE-437E-ADC9-53B87A155FFB}" type="presParOf" srcId="{2BAB634B-2DF0-47CC-B6D4-B4D9DFE41525}" destId="{572F9FFE-9588-40B3-A540-6BEE6DA5EA1E}" srcOrd="3" destOrd="0" presId="urn:microsoft.com/office/officeart/2018/2/layout/IconVerticalSolidList"/>
    <dgm:cxn modelId="{166B445E-473A-418E-A8DD-78306BEB7A3B}" type="presParOf" srcId="{12A3CCCD-B63D-41C2-A494-26B69617E66D}" destId="{B5370256-4017-42C4-B584-8F90B8592C92}" srcOrd="1" destOrd="0" presId="urn:microsoft.com/office/officeart/2018/2/layout/IconVerticalSolidList"/>
    <dgm:cxn modelId="{DC22A725-4F68-4791-9816-6B5CE879C96D}" type="presParOf" srcId="{12A3CCCD-B63D-41C2-A494-26B69617E66D}" destId="{158E737E-8E22-4A73-9FD9-AD0F79A9CE57}" srcOrd="2" destOrd="0" presId="urn:microsoft.com/office/officeart/2018/2/layout/IconVerticalSolidList"/>
    <dgm:cxn modelId="{3538454A-8547-4E7D-8D20-461E4CD842FA}" type="presParOf" srcId="{158E737E-8E22-4A73-9FD9-AD0F79A9CE57}" destId="{FCE526E9-CCFC-41CD-8AAC-C35B41E96B15}" srcOrd="0" destOrd="0" presId="urn:microsoft.com/office/officeart/2018/2/layout/IconVerticalSolidList"/>
    <dgm:cxn modelId="{EB7E3A1C-7931-4D38-A679-20C387A810FD}" type="presParOf" srcId="{158E737E-8E22-4A73-9FD9-AD0F79A9CE57}" destId="{7995598F-A9E8-4166-A8E4-A9AB6F3F83D0}" srcOrd="1" destOrd="0" presId="urn:microsoft.com/office/officeart/2018/2/layout/IconVerticalSolidList"/>
    <dgm:cxn modelId="{DDCB57E8-8B14-4D9D-A27C-5943DF4A7E33}" type="presParOf" srcId="{158E737E-8E22-4A73-9FD9-AD0F79A9CE57}" destId="{99274E9F-00A3-4879-A6CF-E87993C619C2}" srcOrd="2" destOrd="0" presId="urn:microsoft.com/office/officeart/2018/2/layout/IconVerticalSolidList"/>
    <dgm:cxn modelId="{D9C824CD-E659-4E10-A8CD-3BC8F55D89D5}" type="presParOf" srcId="{158E737E-8E22-4A73-9FD9-AD0F79A9CE57}" destId="{94C4FD7A-1C12-4CC4-B7AB-45830BE38E60}" srcOrd="3" destOrd="0" presId="urn:microsoft.com/office/officeart/2018/2/layout/IconVerticalSolidList"/>
    <dgm:cxn modelId="{490483EE-3201-4941-9393-9B4BF417CD7E}" type="presParOf" srcId="{158E737E-8E22-4A73-9FD9-AD0F79A9CE57}" destId="{1794878F-4F8E-4F58-BAE6-28085C1C74C7}" srcOrd="4" destOrd="0" presId="urn:microsoft.com/office/officeart/2018/2/layout/IconVerticalSolidList"/>
    <dgm:cxn modelId="{51C5A6C7-1A50-4CBA-884C-7F4ABA732987}" type="presParOf" srcId="{12A3CCCD-B63D-41C2-A494-26B69617E66D}" destId="{B80988AF-AA64-4FA2-AD0B-A89FDC9124A3}" srcOrd="3" destOrd="0" presId="urn:microsoft.com/office/officeart/2018/2/layout/IconVerticalSolidList"/>
    <dgm:cxn modelId="{822D81E1-155C-4D78-BEF6-228EE7315DF9}" type="presParOf" srcId="{12A3CCCD-B63D-41C2-A494-26B69617E66D}" destId="{16FEEAD8-3280-4FD4-9660-5800CF1AF72E}" srcOrd="4" destOrd="0" presId="urn:microsoft.com/office/officeart/2018/2/layout/IconVerticalSolidList"/>
    <dgm:cxn modelId="{CEC527E7-D6E7-4B39-B5E3-1D31225032C5}" type="presParOf" srcId="{16FEEAD8-3280-4FD4-9660-5800CF1AF72E}" destId="{BD9809C5-9D22-4C50-9A62-E761D147E3FB}" srcOrd="0" destOrd="0" presId="urn:microsoft.com/office/officeart/2018/2/layout/IconVerticalSolidList"/>
    <dgm:cxn modelId="{C8CD3A6E-201B-45C8-89A0-4701AF8AFDE4}" type="presParOf" srcId="{16FEEAD8-3280-4FD4-9660-5800CF1AF72E}" destId="{DA291D2A-96DC-43E3-85F6-F18857161636}" srcOrd="1" destOrd="0" presId="urn:microsoft.com/office/officeart/2018/2/layout/IconVerticalSolidList"/>
    <dgm:cxn modelId="{9BD307B3-B832-4B90-9350-A435EE9E3349}" type="presParOf" srcId="{16FEEAD8-3280-4FD4-9660-5800CF1AF72E}" destId="{16105C0C-42D3-49DA-93E7-255969D4E8ED}" srcOrd="2" destOrd="0" presId="urn:microsoft.com/office/officeart/2018/2/layout/IconVerticalSolidList"/>
    <dgm:cxn modelId="{84568D4A-3B7C-4BF7-A25A-DAAA1BD11A63}" type="presParOf" srcId="{16FEEAD8-3280-4FD4-9660-5800CF1AF72E}" destId="{43A7E764-F92D-419D-951C-A0D759DE5DAC}" srcOrd="3" destOrd="0" presId="urn:microsoft.com/office/officeart/2018/2/layout/IconVerticalSolidList"/>
    <dgm:cxn modelId="{343EBB41-E5C7-4EA1-BD3D-565416530E4F}" type="presParOf" srcId="{12A3CCCD-B63D-41C2-A494-26B69617E66D}" destId="{67CFD815-41C5-42B8-A6F2-A03E2C4917C4}" srcOrd="5" destOrd="0" presId="urn:microsoft.com/office/officeart/2018/2/layout/IconVerticalSolidList"/>
    <dgm:cxn modelId="{BC0EE28C-F79A-4183-A5B3-DC0A95867683}" type="presParOf" srcId="{12A3CCCD-B63D-41C2-A494-26B69617E66D}" destId="{483362CA-5441-47DB-9BD7-C20BAE023104}" srcOrd="6" destOrd="0" presId="urn:microsoft.com/office/officeart/2018/2/layout/IconVerticalSolidList"/>
    <dgm:cxn modelId="{843CBF64-5987-42B7-B421-04571991E35E}" type="presParOf" srcId="{483362CA-5441-47DB-9BD7-C20BAE023104}" destId="{60D53054-3748-44F0-B4DB-AD1782E90BAE}" srcOrd="0" destOrd="0" presId="urn:microsoft.com/office/officeart/2018/2/layout/IconVerticalSolidList"/>
    <dgm:cxn modelId="{96FFBC8E-41E6-4EFF-9863-FF8D4AE70FA6}" type="presParOf" srcId="{483362CA-5441-47DB-9BD7-C20BAE023104}" destId="{A07B62CE-B756-4D79-8563-8DDFB8DF7D5C}" srcOrd="1" destOrd="0" presId="urn:microsoft.com/office/officeart/2018/2/layout/IconVerticalSolidList"/>
    <dgm:cxn modelId="{31FEDCDD-EDEF-406E-8C81-419BE153B8BF}" type="presParOf" srcId="{483362CA-5441-47DB-9BD7-C20BAE023104}" destId="{4C9B9866-226E-4E0D-9D6B-42D97849E595}" srcOrd="2" destOrd="0" presId="urn:microsoft.com/office/officeart/2018/2/layout/IconVerticalSolidList"/>
    <dgm:cxn modelId="{B253BB6F-E500-4FB2-915C-DB0F3DB1EFBE}" type="presParOf" srcId="{483362CA-5441-47DB-9BD7-C20BAE023104}" destId="{060F1FB6-C114-4F7D-9EB3-7BFD55301F06}" srcOrd="3" destOrd="0" presId="urn:microsoft.com/office/officeart/2018/2/layout/IconVerticalSolidList"/>
    <dgm:cxn modelId="{55FE15CF-7670-407B-AD21-3A6A22A93C9E}" type="presParOf" srcId="{12A3CCCD-B63D-41C2-A494-26B69617E66D}" destId="{53643FD1-FA02-4D2E-8EA4-9634210D04A1}" srcOrd="7" destOrd="0" presId="urn:microsoft.com/office/officeart/2018/2/layout/IconVerticalSolidList"/>
    <dgm:cxn modelId="{5265858C-5290-4F51-8986-9F3AEB78B45A}" type="presParOf" srcId="{12A3CCCD-B63D-41C2-A494-26B69617E66D}" destId="{6FB4D20C-FE81-43C5-9F6D-7101EA07B1F5}" srcOrd="8" destOrd="0" presId="urn:microsoft.com/office/officeart/2018/2/layout/IconVerticalSolidList"/>
    <dgm:cxn modelId="{5E1712B0-4640-43E3-94A8-6A939F4871EF}" type="presParOf" srcId="{6FB4D20C-FE81-43C5-9F6D-7101EA07B1F5}" destId="{6D0216D7-29D5-4960-A274-D0D829EB6229}" srcOrd="0" destOrd="0" presId="urn:microsoft.com/office/officeart/2018/2/layout/IconVerticalSolidList"/>
    <dgm:cxn modelId="{4094EE6A-2F65-4BF3-8BA0-8F7DD273112B}" type="presParOf" srcId="{6FB4D20C-FE81-43C5-9F6D-7101EA07B1F5}" destId="{91482BBD-D179-464A-9E01-BD98618B92E8}" srcOrd="1" destOrd="0" presId="urn:microsoft.com/office/officeart/2018/2/layout/IconVerticalSolidList"/>
    <dgm:cxn modelId="{717985A8-D1AA-481C-B8A4-9D683EC8E49C}" type="presParOf" srcId="{6FB4D20C-FE81-43C5-9F6D-7101EA07B1F5}" destId="{D572FD39-2097-4B4F-9CE8-10730C56FE9E}" srcOrd="2" destOrd="0" presId="urn:microsoft.com/office/officeart/2018/2/layout/IconVerticalSolidList"/>
    <dgm:cxn modelId="{E457B2C4-2C74-4E70-A3A0-AF738DA91506}" type="presParOf" srcId="{6FB4D20C-FE81-43C5-9F6D-7101EA07B1F5}" destId="{7908F107-174F-4E29-9604-33476638C3F2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B8BD5E8-B824-45BE-BC93-874614838FA4}" type="doc">
      <dgm:prSet loTypeId="urn:microsoft.com/office/officeart/2005/8/layout/vProcess5" loCatId="process" qsTypeId="urn:microsoft.com/office/officeart/2005/8/quickstyle/simple3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23659DCC-8784-498D-8E01-225F930D44A9}">
      <dgm:prSet custT="1"/>
      <dgm:spPr/>
      <dgm:t>
        <a:bodyPr/>
        <a:lstStyle/>
        <a:p>
          <a:r>
            <a:rPr lang="en-IE" sz="1800" b="1" dirty="0"/>
            <a:t>Ask in Class or at labs: </a:t>
          </a:r>
          <a:r>
            <a:rPr lang="en-IE" sz="1800" b="0" dirty="0"/>
            <a:t>Just put your hand up or wait until the end of the class, its up to you but asking during the class really helps all the students </a:t>
          </a:r>
          <a:r>
            <a:rPr lang="en-IE" sz="1800" b="1" dirty="0"/>
            <a:t> </a:t>
          </a:r>
        </a:p>
      </dgm:t>
    </dgm:pt>
    <dgm:pt modelId="{E261CBAA-B6D4-4AA0-B2F3-3C339650B299}" type="parTrans" cxnId="{B7B24D8E-A6E4-48CB-9FA8-294CFE5463BA}">
      <dgm:prSet/>
      <dgm:spPr/>
      <dgm:t>
        <a:bodyPr/>
        <a:lstStyle/>
        <a:p>
          <a:endParaRPr lang="en-US"/>
        </a:p>
      </dgm:t>
    </dgm:pt>
    <dgm:pt modelId="{4DBF9227-E44A-4620-B6E6-1CA9B0F0E998}" type="sibTrans" cxnId="{B7B24D8E-A6E4-48CB-9FA8-294CFE5463BA}">
      <dgm:prSet/>
      <dgm:spPr/>
      <dgm:t>
        <a:bodyPr/>
        <a:lstStyle/>
        <a:p>
          <a:endParaRPr lang="en-US"/>
        </a:p>
      </dgm:t>
    </dgm:pt>
    <dgm:pt modelId="{739C43DC-2F2B-4AF0-A813-297C68DAF948}">
      <dgm:prSet custT="1"/>
      <dgm:spPr/>
      <dgm:t>
        <a:bodyPr/>
        <a:lstStyle/>
        <a:p>
          <a:r>
            <a:rPr lang="en-IE" sz="1800" b="1" dirty="0"/>
            <a:t>Message your lecturer in Slack: </a:t>
          </a:r>
          <a:r>
            <a:rPr lang="en-IE" sz="1800" b="0" dirty="0"/>
            <a:t>You can always send us a private message and we will respond before the end of the next college day.</a:t>
          </a:r>
        </a:p>
      </dgm:t>
    </dgm:pt>
    <dgm:pt modelId="{5CF0DC82-C983-4B9F-870F-82B0B56705DF}" type="parTrans" cxnId="{DE616924-2268-46BE-806C-8BD1AFB5F569}">
      <dgm:prSet/>
      <dgm:spPr/>
      <dgm:t>
        <a:bodyPr/>
        <a:lstStyle/>
        <a:p>
          <a:endParaRPr lang="en-US"/>
        </a:p>
      </dgm:t>
    </dgm:pt>
    <dgm:pt modelId="{CFB89751-39F5-4F7A-978B-5901DAA1751B}" type="sibTrans" cxnId="{DE616924-2268-46BE-806C-8BD1AFB5F569}">
      <dgm:prSet/>
      <dgm:spPr/>
      <dgm:t>
        <a:bodyPr/>
        <a:lstStyle/>
        <a:p>
          <a:endParaRPr lang="en-US"/>
        </a:p>
      </dgm:t>
    </dgm:pt>
    <dgm:pt modelId="{70D53FA9-8978-46D9-B0A1-0492F2BF78B8}">
      <dgm:prSet custT="1"/>
      <dgm:spPr/>
      <dgm:t>
        <a:bodyPr/>
        <a:lstStyle/>
        <a:p>
          <a:r>
            <a:rPr lang="en-IE" sz="1800" dirty="0"/>
            <a:t>We encourage classmates to help each other (</a:t>
          </a:r>
          <a:r>
            <a:rPr lang="en-IE" sz="1800" b="1" dirty="0"/>
            <a:t>peer learning</a:t>
          </a:r>
          <a:r>
            <a:rPr lang="en-IE" sz="1800" dirty="0"/>
            <a:t>), if you know the answer to another student’s issue, please do respond.</a:t>
          </a:r>
        </a:p>
      </dgm:t>
    </dgm:pt>
    <dgm:pt modelId="{56E300D1-ED13-4525-8F12-F9E5FE9284BA}" type="parTrans" cxnId="{FB687163-533D-45FF-9C5F-70F3671882F7}">
      <dgm:prSet/>
      <dgm:spPr/>
      <dgm:t>
        <a:bodyPr/>
        <a:lstStyle/>
        <a:p>
          <a:endParaRPr lang="en-US"/>
        </a:p>
      </dgm:t>
    </dgm:pt>
    <dgm:pt modelId="{7D63BB23-9539-4BF5-BD62-DE2EA73254BA}" type="sibTrans" cxnId="{FB687163-533D-45FF-9C5F-70F3671882F7}">
      <dgm:prSet/>
      <dgm:spPr/>
      <dgm:t>
        <a:bodyPr/>
        <a:lstStyle/>
        <a:p>
          <a:endParaRPr lang="en-US"/>
        </a:p>
      </dgm:t>
    </dgm:pt>
    <dgm:pt modelId="{74BAC571-78C2-4B44-9E89-EB0F5B4F0960}">
      <dgm:prSet custT="1"/>
      <dgm:spPr/>
      <dgm:t>
        <a:bodyPr/>
        <a:lstStyle/>
        <a:p>
          <a:r>
            <a:rPr lang="en-IE" sz="1800" b="1" dirty="0"/>
            <a:t>Post the issue in Slack</a:t>
          </a:r>
          <a:r>
            <a:rPr lang="en-IE" sz="1800" dirty="0"/>
            <a:t>; </a:t>
          </a:r>
          <a:br>
            <a:rPr lang="en-IE" sz="1800" dirty="0"/>
          </a:br>
          <a:r>
            <a:rPr lang="en-IE" sz="1800" dirty="0"/>
            <a:t>	think of it as asking a question in a classroom.  </a:t>
          </a:r>
          <a:br>
            <a:rPr lang="en-IE" sz="1800" dirty="0"/>
          </a:br>
          <a:r>
            <a:rPr lang="en-IE" sz="1800" dirty="0"/>
            <a:t>	Include any screen shots, screen recordings, etc. </a:t>
          </a:r>
          <a:br>
            <a:rPr lang="en-IE" sz="1800" dirty="0"/>
          </a:br>
          <a:r>
            <a:rPr lang="en-IE" sz="1800" dirty="0"/>
            <a:t>	you think might help with solving the problem.</a:t>
          </a:r>
        </a:p>
      </dgm:t>
    </dgm:pt>
    <dgm:pt modelId="{87ED14AD-55B7-4774-956F-9769E7A10EE9}" type="parTrans" cxnId="{1999B49C-B851-4DCA-89B4-43A988379E5D}">
      <dgm:prSet/>
      <dgm:spPr/>
      <dgm:t>
        <a:bodyPr/>
        <a:lstStyle/>
        <a:p>
          <a:endParaRPr lang="en-US"/>
        </a:p>
      </dgm:t>
    </dgm:pt>
    <dgm:pt modelId="{711A095C-926B-44E8-9CEF-3195A0C6191A}" type="sibTrans" cxnId="{1999B49C-B851-4DCA-89B4-43A988379E5D}">
      <dgm:prSet/>
      <dgm:spPr/>
      <dgm:t>
        <a:bodyPr/>
        <a:lstStyle/>
        <a:p>
          <a:endParaRPr lang="en-US"/>
        </a:p>
      </dgm:t>
    </dgm:pt>
    <dgm:pt modelId="{401CC711-EBFB-4EEC-B38A-7E8F759882A1}" type="pres">
      <dgm:prSet presAssocID="{5B8BD5E8-B824-45BE-BC93-874614838FA4}" presName="outerComposite" presStyleCnt="0">
        <dgm:presLayoutVars>
          <dgm:chMax val="5"/>
          <dgm:dir/>
          <dgm:resizeHandles val="exact"/>
        </dgm:presLayoutVars>
      </dgm:prSet>
      <dgm:spPr/>
    </dgm:pt>
    <dgm:pt modelId="{B657A194-CD37-41F4-95F3-F5B6B7D008FB}" type="pres">
      <dgm:prSet presAssocID="{5B8BD5E8-B824-45BE-BC93-874614838FA4}" presName="dummyMaxCanvas" presStyleCnt="0">
        <dgm:presLayoutVars/>
      </dgm:prSet>
      <dgm:spPr/>
    </dgm:pt>
    <dgm:pt modelId="{14755CC0-2020-412D-88EA-F5356E5FE997}" type="pres">
      <dgm:prSet presAssocID="{5B8BD5E8-B824-45BE-BC93-874614838FA4}" presName="FourNodes_1" presStyleLbl="node1" presStyleIdx="0" presStyleCnt="4" custLinFactNeighborX="-5401" custLinFactNeighborY="-8066">
        <dgm:presLayoutVars>
          <dgm:bulletEnabled val="1"/>
        </dgm:presLayoutVars>
      </dgm:prSet>
      <dgm:spPr/>
    </dgm:pt>
    <dgm:pt modelId="{EF5B7EC1-2A94-47CE-B2B9-C47B47BEFAF4}" type="pres">
      <dgm:prSet presAssocID="{5B8BD5E8-B824-45BE-BC93-874614838FA4}" presName="FourNodes_2" presStyleLbl="node1" presStyleIdx="1" presStyleCnt="4" custLinFactNeighborX="113" custLinFactNeighborY="1084">
        <dgm:presLayoutVars>
          <dgm:bulletEnabled val="1"/>
        </dgm:presLayoutVars>
      </dgm:prSet>
      <dgm:spPr/>
    </dgm:pt>
    <dgm:pt modelId="{9A3CA9CF-7BAA-4E8A-B8DC-BD7BECAA53FC}" type="pres">
      <dgm:prSet presAssocID="{5B8BD5E8-B824-45BE-BC93-874614838FA4}" presName="FourNodes_3" presStyleLbl="node1" presStyleIdx="2" presStyleCnt="4">
        <dgm:presLayoutVars>
          <dgm:bulletEnabled val="1"/>
        </dgm:presLayoutVars>
      </dgm:prSet>
      <dgm:spPr/>
    </dgm:pt>
    <dgm:pt modelId="{25AB2FA4-C711-4453-A4AD-5C457CC3574C}" type="pres">
      <dgm:prSet presAssocID="{5B8BD5E8-B824-45BE-BC93-874614838FA4}" presName="FourNodes_4" presStyleLbl="node1" presStyleIdx="3" presStyleCnt="4">
        <dgm:presLayoutVars>
          <dgm:bulletEnabled val="1"/>
        </dgm:presLayoutVars>
      </dgm:prSet>
      <dgm:spPr/>
    </dgm:pt>
    <dgm:pt modelId="{363805AD-6CDE-4FD1-9559-05F0DF99FA1D}" type="pres">
      <dgm:prSet presAssocID="{5B8BD5E8-B824-45BE-BC93-874614838FA4}" presName="FourConn_1-2" presStyleLbl="fgAccFollowNode1" presStyleIdx="0" presStyleCnt="3">
        <dgm:presLayoutVars>
          <dgm:bulletEnabled val="1"/>
        </dgm:presLayoutVars>
      </dgm:prSet>
      <dgm:spPr/>
    </dgm:pt>
    <dgm:pt modelId="{9080ABD3-592C-470D-8D04-1BAE537102B0}" type="pres">
      <dgm:prSet presAssocID="{5B8BD5E8-B824-45BE-BC93-874614838FA4}" presName="FourConn_2-3" presStyleLbl="fgAccFollowNode1" presStyleIdx="1" presStyleCnt="3">
        <dgm:presLayoutVars>
          <dgm:bulletEnabled val="1"/>
        </dgm:presLayoutVars>
      </dgm:prSet>
      <dgm:spPr/>
    </dgm:pt>
    <dgm:pt modelId="{64FE887B-05E8-44DE-85B0-4E56DEBE80D1}" type="pres">
      <dgm:prSet presAssocID="{5B8BD5E8-B824-45BE-BC93-874614838FA4}" presName="FourConn_3-4" presStyleLbl="fgAccFollowNode1" presStyleIdx="2" presStyleCnt="3">
        <dgm:presLayoutVars>
          <dgm:bulletEnabled val="1"/>
        </dgm:presLayoutVars>
      </dgm:prSet>
      <dgm:spPr/>
    </dgm:pt>
    <dgm:pt modelId="{11A08BAC-E37B-4F10-B000-8DC58AD34027}" type="pres">
      <dgm:prSet presAssocID="{5B8BD5E8-B824-45BE-BC93-874614838FA4}" presName="FourNodes_1_text" presStyleLbl="node1" presStyleIdx="3" presStyleCnt="4">
        <dgm:presLayoutVars>
          <dgm:bulletEnabled val="1"/>
        </dgm:presLayoutVars>
      </dgm:prSet>
      <dgm:spPr/>
    </dgm:pt>
    <dgm:pt modelId="{F957D7C2-5B15-4751-928C-6720149320E3}" type="pres">
      <dgm:prSet presAssocID="{5B8BD5E8-B824-45BE-BC93-874614838FA4}" presName="FourNodes_2_text" presStyleLbl="node1" presStyleIdx="3" presStyleCnt="4">
        <dgm:presLayoutVars>
          <dgm:bulletEnabled val="1"/>
        </dgm:presLayoutVars>
      </dgm:prSet>
      <dgm:spPr/>
    </dgm:pt>
    <dgm:pt modelId="{C0932E71-CEAE-4420-ABF5-CBE4F73491D6}" type="pres">
      <dgm:prSet presAssocID="{5B8BD5E8-B824-45BE-BC93-874614838FA4}" presName="FourNodes_3_text" presStyleLbl="node1" presStyleIdx="3" presStyleCnt="4">
        <dgm:presLayoutVars>
          <dgm:bulletEnabled val="1"/>
        </dgm:presLayoutVars>
      </dgm:prSet>
      <dgm:spPr/>
    </dgm:pt>
    <dgm:pt modelId="{C4D23820-CAD3-4910-9A14-7E1E36563951}" type="pres">
      <dgm:prSet presAssocID="{5B8BD5E8-B824-45BE-BC93-874614838FA4}" presName="FourNodes_4_text" presStyleLbl="node1" presStyleIdx="3" presStyleCnt="4">
        <dgm:presLayoutVars>
          <dgm:bulletEnabled val="1"/>
        </dgm:presLayoutVars>
      </dgm:prSet>
      <dgm:spPr/>
    </dgm:pt>
  </dgm:ptLst>
  <dgm:cxnLst>
    <dgm:cxn modelId="{1A83BF11-0A9E-4ADC-8E65-F87B22F30491}" type="presOf" srcId="{23659DCC-8784-498D-8E01-225F930D44A9}" destId="{14755CC0-2020-412D-88EA-F5356E5FE997}" srcOrd="0" destOrd="0" presId="urn:microsoft.com/office/officeart/2005/8/layout/vProcess5"/>
    <dgm:cxn modelId="{DE616924-2268-46BE-806C-8BD1AFB5F569}" srcId="{5B8BD5E8-B824-45BE-BC93-874614838FA4}" destId="{739C43DC-2F2B-4AF0-A813-297C68DAF948}" srcOrd="1" destOrd="0" parTransId="{5CF0DC82-C983-4B9F-870F-82B0B56705DF}" sibTransId="{CFB89751-39F5-4F7A-978B-5901DAA1751B}"/>
    <dgm:cxn modelId="{7828FE49-7862-48F1-B426-96ACF2F05FE5}" type="presOf" srcId="{CFB89751-39F5-4F7A-978B-5901DAA1751B}" destId="{9080ABD3-592C-470D-8D04-1BAE537102B0}" srcOrd="0" destOrd="0" presId="urn:microsoft.com/office/officeart/2005/8/layout/vProcess5"/>
    <dgm:cxn modelId="{BC4F9659-59E4-42CF-A3CC-5CB77797C4A6}" type="presOf" srcId="{74BAC571-78C2-4B44-9E89-EB0F5B4F0960}" destId="{9A3CA9CF-7BAA-4E8A-B8DC-BD7BECAA53FC}" srcOrd="0" destOrd="0" presId="urn:microsoft.com/office/officeart/2005/8/layout/vProcess5"/>
    <dgm:cxn modelId="{12E7045A-93F1-4981-8AD4-B1C4CE930EE1}" type="presOf" srcId="{4DBF9227-E44A-4620-B6E6-1CA9B0F0E998}" destId="{363805AD-6CDE-4FD1-9559-05F0DF99FA1D}" srcOrd="0" destOrd="0" presId="urn:microsoft.com/office/officeart/2005/8/layout/vProcess5"/>
    <dgm:cxn modelId="{FB687163-533D-45FF-9C5F-70F3671882F7}" srcId="{5B8BD5E8-B824-45BE-BC93-874614838FA4}" destId="{70D53FA9-8978-46D9-B0A1-0492F2BF78B8}" srcOrd="3" destOrd="0" parTransId="{56E300D1-ED13-4525-8F12-F9E5FE9284BA}" sibTransId="{7D63BB23-9539-4BF5-BD62-DE2EA73254BA}"/>
    <dgm:cxn modelId="{D6C40879-AD15-4D12-BB1A-34B884401E22}" type="presOf" srcId="{74BAC571-78C2-4B44-9E89-EB0F5B4F0960}" destId="{C0932E71-CEAE-4420-ABF5-CBE4F73491D6}" srcOrd="1" destOrd="0" presId="urn:microsoft.com/office/officeart/2005/8/layout/vProcess5"/>
    <dgm:cxn modelId="{B7B24D8E-A6E4-48CB-9FA8-294CFE5463BA}" srcId="{5B8BD5E8-B824-45BE-BC93-874614838FA4}" destId="{23659DCC-8784-498D-8E01-225F930D44A9}" srcOrd="0" destOrd="0" parTransId="{E261CBAA-B6D4-4AA0-B2F3-3C339650B299}" sibTransId="{4DBF9227-E44A-4620-B6E6-1CA9B0F0E998}"/>
    <dgm:cxn modelId="{1999B49C-B851-4DCA-89B4-43A988379E5D}" srcId="{5B8BD5E8-B824-45BE-BC93-874614838FA4}" destId="{74BAC571-78C2-4B44-9E89-EB0F5B4F0960}" srcOrd="2" destOrd="0" parTransId="{87ED14AD-55B7-4774-956F-9769E7A10EE9}" sibTransId="{711A095C-926B-44E8-9CEF-3195A0C6191A}"/>
    <dgm:cxn modelId="{FE4E9BA1-F62B-4D41-8CEA-575EBA4EBC27}" type="presOf" srcId="{739C43DC-2F2B-4AF0-A813-297C68DAF948}" destId="{F957D7C2-5B15-4751-928C-6720149320E3}" srcOrd="1" destOrd="0" presId="urn:microsoft.com/office/officeart/2005/8/layout/vProcess5"/>
    <dgm:cxn modelId="{068882A3-1103-4026-911D-054B60A0A6A0}" type="presOf" srcId="{23659DCC-8784-498D-8E01-225F930D44A9}" destId="{11A08BAC-E37B-4F10-B000-8DC58AD34027}" srcOrd="1" destOrd="0" presId="urn:microsoft.com/office/officeart/2005/8/layout/vProcess5"/>
    <dgm:cxn modelId="{473B84AF-0EAD-4030-87CB-8AAE6B1286FF}" type="presOf" srcId="{70D53FA9-8978-46D9-B0A1-0492F2BF78B8}" destId="{25AB2FA4-C711-4453-A4AD-5C457CC3574C}" srcOrd="0" destOrd="0" presId="urn:microsoft.com/office/officeart/2005/8/layout/vProcess5"/>
    <dgm:cxn modelId="{8192DBBC-BCB0-4282-ADAC-2E3D6672427C}" type="presOf" srcId="{739C43DC-2F2B-4AF0-A813-297C68DAF948}" destId="{EF5B7EC1-2A94-47CE-B2B9-C47B47BEFAF4}" srcOrd="0" destOrd="0" presId="urn:microsoft.com/office/officeart/2005/8/layout/vProcess5"/>
    <dgm:cxn modelId="{340C38BD-C662-4C25-953B-BEDFB2E94F80}" type="presOf" srcId="{711A095C-926B-44E8-9CEF-3195A0C6191A}" destId="{64FE887B-05E8-44DE-85B0-4E56DEBE80D1}" srcOrd="0" destOrd="0" presId="urn:microsoft.com/office/officeart/2005/8/layout/vProcess5"/>
    <dgm:cxn modelId="{069D57C6-9B50-48A9-BC46-62DAB61A45C1}" type="presOf" srcId="{5B8BD5E8-B824-45BE-BC93-874614838FA4}" destId="{401CC711-EBFB-4EEC-B38A-7E8F759882A1}" srcOrd="0" destOrd="0" presId="urn:microsoft.com/office/officeart/2005/8/layout/vProcess5"/>
    <dgm:cxn modelId="{C3FFBECC-263C-4B28-A152-839E819908C5}" type="presOf" srcId="{70D53FA9-8978-46D9-B0A1-0492F2BF78B8}" destId="{C4D23820-CAD3-4910-9A14-7E1E36563951}" srcOrd="1" destOrd="0" presId="urn:microsoft.com/office/officeart/2005/8/layout/vProcess5"/>
    <dgm:cxn modelId="{039C1DC9-C6D0-4EAF-8705-668C01987FCF}" type="presParOf" srcId="{401CC711-EBFB-4EEC-B38A-7E8F759882A1}" destId="{B657A194-CD37-41F4-95F3-F5B6B7D008FB}" srcOrd="0" destOrd="0" presId="urn:microsoft.com/office/officeart/2005/8/layout/vProcess5"/>
    <dgm:cxn modelId="{60F2384B-A614-4C6A-92B3-9C1557C6A4FA}" type="presParOf" srcId="{401CC711-EBFB-4EEC-B38A-7E8F759882A1}" destId="{14755CC0-2020-412D-88EA-F5356E5FE997}" srcOrd="1" destOrd="0" presId="urn:microsoft.com/office/officeart/2005/8/layout/vProcess5"/>
    <dgm:cxn modelId="{0AFF846A-80BC-4E9E-A90D-61515158185A}" type="presParOf" srcId="{401CC711-EBFB-4EEC-B38A-7E8F759882A1}" destId="{EF5B7EC1-2A94-47CE-B2B9-C47B47BEFAF4}" srcOrd="2" destOrd="0" presId="urn:microsoft.com/office/officeart/2005/8/layout/vProcess5"/>
    <dgm:cxn modelId="{66408536-6514-43B3-B86F-60E3288508A2}" type="presParOf" srcId="{401CC711-EBFB-4EEC-B38A-7E8F759882A1}" destId="{9A3CA9CF-7BAA-4E8A-B8DC-BD7BECAA53FC}" srcOrd="3" destOrd="0" presId="urn:microsoft.com/office/officeart/2005/8/layout/vProcess5"/>
    <dgm:cxn modelId="{6B6B5FAA-63F6-4DF5-8637-D4D0CEA00AB2}" type="presParOf" srcId="{401CC711-EBFB-4EEC-B38A-7E8F759882A1}" destId="{25AB2FA4-C711-4453-A4AD-5C457CC3574C}" srcOrd="4" destOrd="0" presId="urn:microsoft.com/office/officeart/2005/8/layout/vProcess5"/>
    <dgm:cxn modelId="{CADCE0BA-102C-4314-9A6A-135E23183385}" type="presParOf" srcId="{401CC711-EBFB-4EEC-B38A-7E8F759882A1}" destId="{363805AD-6CDE-4FD1-9559-05F0DF99FA1D}" srcOrd="5" destOrd="0" presId="urn:microsoft.com/office/officeart/2005/8/layout/vProcess5"/>
    <dgm:cxn modelId="{85BFB778-770C-477A-ADF9-94586CF7ED4F}" type="presParOf" srcId="{401CC711-EBFB-4EEC-B38A-7E8F759882A1}" destId="{9080ABD3-592C-470D-8D04-1BAE537102B0}" srcOrd="6" destOrd="0" presId="urn:microsoft.com/office/officeart/2005/8/layout/vProcess5"/>
    <dgm:cxn modelId="{A94F50B8-D622-452C-BCDF-1BABF290E0E6}" type="presParOf" srcId="{401CC711-EBFB-4EEC-B38A-7E8F759882A1}" destId="{64FE887B-05E8-44DE-85B0-4E56DEBE80D1}" srcOrd="7" destOrd="0" presId="urn:microsoft.com/office/officeart/2005/8/layout/vProcess5"/>
    <dgm:cxn modelId="{CF7DF7BB-F263-4CB9-892A-4BB6D11D8112}" type="presParOf" srcId="{401CC711-EBFB-4EEC-B38A-7E8F759882A1}" destId="{11A08BAC-E37B-4F10-B000-8DC58AD34027}" srcOrd="8" destOrd="0" presId="urn:microsoft.com/office/officeart/2005/8/layout/vProcess5"/>
    <dgm:cxn modelId="{873C447B-BC76-41E7-A7ED-59E5C3A14034}" type="presParOf" srcId="{401CC711-EBFB-4EEC-B38A-7E8F759882A1}" destId="{F957D7C2-5B15-4751-928C-6720149320E3}" srcOrd="9" destOrd="0" presId="urn:microsoft.com/office/officeart/2005/8/layout/vProcess5"/>
    <dgm:cxn modelId="{E46E8A6E-AA96-4836-83B5-4B54FF0B0BE1}" type="presParOf" srcId="{401CC711-EBFB-4EEC-B38A-7E8F759882A1}" destId="{C0932E71-CEAE-4420-ABF5-CBE4F73491D6}" srcOrd="10" destOrd="0" presId="urn:microsoft.com/office/officeart/2005/8/layout/vProcess5"/>
    <dgm:cxn modelId="{8A18A0C3-F93A-4021-AE63-AC6050DA1442}" type="presParOf" srcId="{401CC711-EBFB-4EEC-B38A-7E8F759882A1}" destId="{C4D23820-CAD3-4910-9A14-7E1E36563951}" srcOrd="1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DFC4765-63D2-4CBA-AB85-CEE79ECD2ED7}">
      <dsp:nvSpPr>
        <dsp:cNvPr id="0" name=""/>
        <dsp:cNvSpPr/>
      </dsp:nvSpPr>
      <dsp:spPr>
        <a:xfrm>
          <a:off x="0" y="669626"/>
          <a:ext cx="8534400" cy="1573561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64" tIns="437388" rIns="662364" bIns="149352" numCol="1" spcCol="1270" anchor="t" anchorCtr="0">
          <a:noAutofit/>
        </a:bodyPr>
        <a:lstStyle/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100" kern="1200" dirty="0"/>
            <a:t>Profile: </a:t>
          </a:r>
          <a:r>
            <a:rPr lang="en-US" sz="2100" kern="1200" dirty="0">
              <a:hlinkClick xmlns:r="http://schemas.openxmlformats.org/officeDocument/2006/relationships" r:id="rId1"/>
            </a:rPr>
            <a:t>https://www.setu.ie/staff/siobhan-roche</a:t>
          </a:r>
          <a:endParaRPr lang="en-I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2100" kern="1200" dirty="0"/>
            <a:t>Email: </a:t>
          </a:r>
          <a:r>
            <a:rPr lang="en-IE" sz="2100" kern="1200" dirty="0">
              <a:hlinkClick xmlns:r="http://schemas.openxmlformats.org/officeDocument/2006/relationships" r:id="rId2"/>
            </a:rPr>
            <a:t>siobhan.roche@setu.ie</a:t>
          </a:r>
          <a:r>
            <a:rPr lang="en-IE" sz="2100" kern="1200" dirty="0">
              <a:hlinkClick xmlns:r="http://schemas.openxmlformats.org/officeDocument/2006/relationships" r:id="rId3"/>
            </a:rPr>
            <a:t> </a:t>
          </a:r>
          <a:endParaRPr lang="en-IE" sz="2100" kern="1200" dirty="0"/>
        </a:p>
        <a:p>
          <a:pPr marL="228600" lvl="1" indent="-228600" algn="l" defTabSz="9334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E" sz="2100" kern="1200" dirty="0"/>
        </a:p>
      </dsp:txBody>
      <dsp:txXfrm>
        <a:off x="0" y="669626"/>
        <a:ext cx="8534400" cy="1573561"/>
      </dsp:txXfrm>
    </dsp:sp>
    <dsp:sp modelId="{90478F0A-4166-4912-A626-F4FF9026B294}">
      <dsp:nvSpPr>
        <dsp:cNvPr id="0" name=""/>
        <dsp:cNvSpPr/>
      </dsp:nvSpPr>
      <dsp:spPr>
        <a:xfrm>
          <a:off x="0" y="0"/>
          <a:ext cx="5974080" cy="1121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 dirty="0"/>
            <a:t>Siobhan Roche</a:t>
          </a:r>
          <a:endParaRPr lang="en-US" sz="1900" kern="1200" dirty="0"/>
        </a:p>
      </dsp:txBody>
      <dsp:txXfrm>
        <a:off x="54760" y="54760"/>
        <a:ext cx="5864560" cy="1012239"/>
      </dsp:txXfrm>
    </dsp:sp>
    <dsp:sp modelId="{239E2FAF-1211-4CE8-8DAD-5CCE862DCE1D}">
      <dsp:nvSpPr>
        <dsp:cNvPr id="0" name=""/>
        <dsp:cNvSpPr/>
      </dsp:nvSpPr>
      <dsp:spPr>
        <a:xfrm>
          <a:off x="0" y="3277200"/>
          <a:ext cx="8534400" cy="1675799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62364" tIns="437388" rIns="662364" bIns="113792" numCol="1" spcCol="1270" anchor="t" anchorCtr="0">
          <a:noAutofit/>
        </a:bodyPr>
        <a:lstStyle/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600" kern="1200" dirty="0"/>
            <a:t>Profile: </a:t>
          </a:r>
          <a:r>
            <a:rPr lang="en-GB" sz="1600" kern="1200" dirty="0"/>
            <a:t>https://</a:t>
          </a:r>
          <a:r>
            <a:rPr lang="en-GB" sz="1600" kern="1200" dirty="0" err="1"/>
            <a:t>www.setu.ie</a:t>
          </a:r>
          <a:r>
            <a:rPr lang="en-GB" sz="1600" kern="1200" dirty="0"/>
            <a:t>/staff/</a:t>
          </a:r>
          <a:r>
            <a:rPr lang="en-GB" sz="1600" kern="1200" dirty="0" err="1"/>
            <a:t>mairead-meagher</a:t>
          </a:r>
          <a:endParaRPr lang="en-I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IE" sz="1600" kern="1200" dirty="0"/>
            <a:t>Email: </a:t>
          </a:r>
          <a:r>
            <a:rPr lang="en-GB" sz="1600" b="0" i="0" kern="1200" dirty="0">
              <a:hlinkClick xmlns:r="http://schemas.openxmlformats.org/officeDocument/2006/relationships" r:id="rId4"/>
            </a:rPr>
            <a:t>mairead.meagher@setu.ie</a:t>
          </a:r>
          <a:r>
            <a:rPr lang="en-IE" sz="1600" b="0" i="0" kern="1200" dirty="0"/>
            <a:t> </a:t>
          </a:r>
          <a:endParaRPr lang="en-IE" sz="1600" kern="1200" dirty="0"/>
        </a:p>
        <a:p>
          <a:pPr marL="171450" lvl="1" indent="-171450" algn="l" defTabSz="7112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endParaRPr lang="en-IE" sz="1600" kern="1200" dirty="0"/>
        </a:p>
      </dsp:txBody>
      <dsp:txXfrm>
        <a:off x="0" y="3277200"/>
        <a:ext cx="8534400" cy="1675799"/>
      </dsp:txXfrm>
    </dsp:sp>
    <dsp:sp modelId="{C4102802-4075-437B-8BD7-22D24FAB4788}">
      <dsp:nvSpPr>
        <dsp:cNvPr id="0" name=""/>
        <dsp:cNvSpPr/>
      </dsp:nvSpPr>
      <dsp:spPr>
        <a:xfrm>
          <a:off x="0" y="2518266"/>
          <a:ext cx="5974080" cy="1121759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25806" tIns="0" rIns="225806" bIns="0" numCol="1" spcCol="1270" anchor="ctr" anchorCtr="0">
          <a:noAutofit/>
        </a:bodyPr>
        <a:lstStyle/>
        <a:p>
          <a:pPr marL="0" lvl="0" indent="0" algn="l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2800" kern="1200" dirty="0"/>
            <a:t>Mairead Meagher</a:t>
          </a:r>
        </a:p>
      </dsp:txBody>
      <dsp:txXfrm>
        <a:off x="54760" y="2573026"/>
        <a:ext cx="5864560" cy="1012239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C58802-7E9A-4C68-8F13-366F5D890375}">
      <dsp:nvSpPr>
        <dsp:cNvPr id="0" name=""/>
        <dsp:cNvSpPr/>
      </dsp:nvSpPr>
      <dsp:spPr>
        <a:xfrm>
          <a:off x="0" y="4572"/>
          <a:ext cx="6815137" cy="9739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95B8E84-1135-4674-BD2D-BB916BD57DFC}">
      <dsp:nvSpPr>
        <dsp:cNvPr id="0" name=""/>
        <dsp:cNvSpPr/>
      </dsp:nvSpPr>
      <dsp:spPr>
        <a:xfrm>
          <a:off x="294633" y="223721"/>
          <a:ext cx="535697" cy="53569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72F9FFE-9588-40B3-A540-6BEE6DA5EA1E}">
      <dsp:nvSpPr>
        <dsp:cNvPr id="0" name=""/>
        <dsp:cNvSpPr/>
      </dsp:nvSpPr>
      <dsp:spPr>
        <a:xfrm>
          <a:off x="1124963" y="4572"/>
          <a:ext cx="5690173" cy="973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81" tIns="103081" rIns="103081" bIns="1030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/>
            <a:t>100% Continuous Assessment (CA).</a:t>
          </a:r>
          <a:endParaRPr lang="en-US" sz="1800" kern="1200"/>
        </a:p>
      </dsp:txBody>
      <dsp:txXfrm>
        <a:off x="1124963" y="4572"/>
        <a:ext cx="5690173" cy="973994"/>
      </dsp:txXfrm>
    </dsp:sp>
    <dsp:sp modelId="{FCE526E9-CCFC-41CD-8AAC-C35B41E96B15}">
      <dsp:nvSpPr>
        <dsp:cNvPr id="0" name=""/>
        <dsp:cNvSpPr/>
      </dsp:nvSpPr>
      <dsp:spPr>
        <a:xfrm>
          <a:off x="0" y="1222065"/>
          <a:ext cx="6815137" cy="9739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995598F-A9E8-4166-A8E4-A9AB6F3F83D0}">
      <dsp:nvSpPr>
        <dsp:cNvPr id="0" name=""/>
        <dsp:cNvSpPr/>
      </dsp:nvSpPr>
      <dsp:spPr>
        <a:xfrm>
          <a:off x="294633" y="1441214"/>
          <a:ext cx="535697" cy="53569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C4FD7A-1C12-4CC4-B7AB-45830BE38E60}">
      <dsp:nvSpPr>
        <dsp:cNvPr id="0" name=""/>
        <dsp:cNvSpPr/>
      </dsp:nvSpPr>
      <dsp:spPr>
        <a:xfrm>
          <a:off x="1124963" y="1222065"/>
          <a:ext cx="3066811" cy="973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81" tIns="103081" rIns="103081" bIns="1030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/>
            <a:t>All Individual assignments </a:t>
          </a:r>
          <a:endParaRPr lang="en-US" sz="1800" kern="1200"/>
        </a:p>
      </dsp:txBody>
      <dsp:txXfrm>
        <a:off x="1124963" y="1222065"/>
        <a:ext cx="3066811" cy="973994"/>
      </dsp:txXfrm>
    </dsp:sp>
    <dsp:sp modelId="{1794878F-4F8E-4F58-BAE6-28085C1C74C7}">
      <dsp:nvSpPr>
        <dsp:cNvPr id="0" name=""/>
        <dsp:cNvSpPr/>
      </dsp:nvSpPr>
      <dsp:spPr>
        <a:xfrm>
          <a:off x="4191775" y="1222065"/>
          <a:ext cx="2623361" cy="973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81" tIns="103081" rIns="103081" bIns="103081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400" kern="1200"/>
            <a:t>(no team-based ones).</a:t>
          </a:r>
          <a:endParaRPr lang="en-US" sz="1400" kern="1200"/>
        </a:p>
      </dsp:txBody>
      <dsp:txXfrm>
        <a:off x="4191775" y="1222065"/>
        <a:ext cx="2623361" cy="973994"/>
      </dsp:txXfrm>
    </dsp:sp>
    <dsp:sp modelId="{BD9809C5-9D22-4C50-9A62-E761D147E3FB}">
      <dsp:nvSpPr>
        <dsp:cNvPr id="0" name=""/>
        <dsp:cNvSpPr/>
      </dsp:nvSpPr>
      <dsp:spPr>
        <a:xfrm>
          <a:off x="0" y="2439559"/>
          <a:ext cx="6815137" cy="9739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291D2A-96DC-43E3-85F6-F18857161636}">
      <dsp:nvSpPr>
        <dsp:cNvPr id="0" name=""/>
        <dsp:cNvSpPr/>
      </dsp:nvSpPr>
      <dsp:spPr>
        <a:xfrm>
          <a:off x="294633" y="2658707"/>
          <a:ext cx="535697" cy="53569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A7E764-F92D-419D-951C-A0D759DE5DAC}">
      <dsp:nvSpPr>
        <dsp:cNvPr id="0" name=""/>
        <dsp:cNvSpPr/>
      </dsp:nvSpPr>
      <dsp:spPr>
        <a:xfrm>
          <a:off x="1124963" y="2439559"/>
          <a:ext cx="5690173" cy="973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81" tIns="103081" rIns="103081" bIns="1030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/>
            <a:t>Submit via Moodle assignment dropboxes.</a:t>
          </a:r>
          <a:endParaRPr lang="en-US" sz="1800" kern="1200"/>
        </a:p>
      </dsp:txBody>
      <dsp:txXfrm>
        <a:off x="1124963" y="2439559"/>
        <a:ext cx="5690173" cy="973994"/>
      </dsp:txXfrm>
    </dsp:sp>
    <dsp:sp modelId="{60D53054-3748-44F0-B4DB-AD1782E90BAE}">
      <dsp:nvSpPr>
        <dsp:cNvPr id="0" name=""/>
        <dsp:cNvSpPr/>
      </dsp:nvSpPr>
      <dsp:spPr>
        <a:xfrm>
          <a:off x="0" y="3657052"/>
          <a:ext cx="6815137" cy="9739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07B62CE-B756-4D79-8563-8DDFB8DF7D5C}">
      <dsp:nvSpPr>
        <dsp:cNvPr id="0" name=""/>
        <dsp:cNvSpPr/>
      </dsp:nvSpPr>
      <dsp:spPr>
        <a:xfrm>
          <a:off x="294633" y="3876201"/>
          <a:ext cx="535697" cy="535697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60F1FB6-C114-4F7D-9EB3-7BFD55301F06}">
      <dsp:nvSpPr>
        <dsp:cNvPr id="0" name=""/>
        <dsp:cNvSpPr/>
      </dsp:nvSpPr>
      <dsp:spPr>
        <a:xfrm>
          <a:off x="1124963" y="3657052"/>
          <a:ext cx="5690173" cy="973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81" tIns="103081" rIns="103081" bIns="1030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/>
            <a:t>Hard deadlines; </a:t>
          </a:r>
          <a:br>
            <a:rPr lang="en-IE" sz="1800" kern="1200"/>
          </a:br>
          <a:r>
            <a:rPr lang="en-IE" sz="1800" kern="1200"/>
            <a:t>extensions only permitted if </a:t>
          </a:r>
          <a:r>
            <a:rPr lang="en-IE" sz="1800" kern="1200">
              <a:hlinkClick xmlns:r="http://schemas.openxmlformats.org/officeDocument/2006/relationships" r:id="rId9"/>
            </a:rPr>
            <a:t>mitigating circumstances </a:t>
          </a:r>
          <a:r>
            <a:rPr lang="en-IE" sz="1800" kern="1200"/>
            <a:t>apply.</a:t>
          </a:r>
          <a:endParaRPr lang="en-US" sz="1800" kern="1200"/>
        </a:p>
      </dsp:txBody>
      <dsp:txXfrm>
        <a:off x="1124963" y="3657052"/>
        <a:ext cx="5690173" cy="973994"/>
      </dsp:txXfrm>
    </dsp:sp>
    <dsp:sp modelId="{6D0216D7-29D5-4960-A274-D0D829EB6229}">
      <dsp:nvSpPr>
        <dsp:cNvPr id="0" name=""/>
        <dsp:cNvSpPr/>
      </dsp:nvSpPr>
      <dsp:spPr>
        <a:xfrm>
          <a:off x="0" y="4874545"/>
          <a:ext cx="6815137" cy="973994"/>
        </a:xfrm>
        <a:prstGeom prst="roundRect">
          <a:avLst>
            <a:gd name="adj" fmla="val 10000"/>
          </a:avLst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1482BBD-D179-464A-9E01-BD98618B92E8}">
      <dsp:nvSpPr>
        <dsp:cNvPr id="0" name=""/>
        <dsp:cNvSpPr/>
      </dsp:nvSpPr>
      <dsp:spPr>
        <a:xfrm>
          <a:off x="294633" y="5093694"/>
          <a:ext cx="535697" cy="535697"/>
        </a:xfrm>
        <a:prstGeom prst="rect">
          <a:avLst/>
        </a:prstGeom>
        <a:blipFill>
          <a:blip xmlns:r="http://schemas.openxmlformats.org/officeDocument/2006/relationships"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908F107-174F-4E29-9604-33476638C3F2}">
      <dsp:nvSpPr>
        <dsp:cNvPr id="0" name=""/>
        <dsp:cNvSpPr/>
      </dsp:nvSpPr>
      <dsp:spPr>
        <a:xfrm>
          <a:off x="1124963" y="4874545"/>
          <a:ext cx="5690173" cy="97399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3081" tIns="103081" rIns="103081" bIns="103081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/>
            <a:t>Interviews </a:t>
          </a:r>
          <a:endParaRPr lang="en-US" sz="1800" kern="1200"/>
        </a:p>
      </dsp:txBody>
      <dsp:txXfrm>
        <a:off x="1124963" y="4874545"/>
        <a:ext cx="5690173" cy="97399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4755CC0-2020-412D-88EA-F5356E5FE997}">
      <dsp:nvSpPr>
        <dsp:cNvPr id="0" name=""/>
        <dsp:cNvSpPr/>
      </dsp:nvSpPr>
      <dsp:spPr>
        <a:xfrm>
          <a:off x="0" y="0"/>
          <a:ext cx="8778240" cy="10771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5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b="1" kern="1200" dirty="0"/>
            <a:t>Ask in Class or at labs: </a:t>
          </a:r>
          <a:r>
            <a:rPr lang="en-IE" sz="1800" b="0" kern="1200" dirty="0"/>
            <a:t>Just put your hand up or wait until the end of the class, its up to you but asking during the class really helps all the students </a:t>
          </a:r>
          <a:r>
            <a:rPr lang="en-IE" sz="1800" b="1" kern="1200" dirty="0"/>
            <a:t> </a:t>
          </a:r>
        </a:p>
      </dsp:txBody>
      <dsp:txXfrm>
        <a:off x="31549" y="31549"/>
        <a:ext cx="7524858" cy="1014081"/>
      </dsp:txXfrm>
    </dsp:sp>
    <dsp:sp modelId="{EF5B7EC1-2A94-47CE-B2B9-C47B47BEFAF4}">
      <dsp:nvSpPr>
        <dsp:cNvPr id="0" name=""/>
        <dsp:cNvSpPr/>
      </dsp:nvSpPr>
      <dsp:spPr>
        <a:xfrm>
          <a:off x="745097" y="1284707"/>
          <a:ext cx="8778240" cy="10771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3311292"/>
                <a:satOff val="13270"/>
                <a:lumOff val="2876"/>
                <a:alphaOff val="0"/>
                <a:tint val="50000"/>
                <a:satMod val="300000"/>
              </a:schemeClr>
            </a:gs>
            <a:gs pos="35000">
              <a:schemeClr val="accent5">
                <a:hueOff val="-3311292"/>
                <a:satOff val="13270"/>
                <a:lumOff val="2876"/>
                <a:alphaOff val="0"/>
                <a:tint val="37000"/>
                <a:satMod val="300000"/>
              </a:schemeClr>
            </a:gs>
            <a:gs pos="100000">
              <a:schemeClr val="accent5">
                <a:hueOff val="-3311292"/>
                <a:satOff val="13270"/>
                <a:lumOff val="2876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b="1" kern="1200" dirty="0"/>
            <a:t>Message your lecturer in Slack: </a:t>
          </a:r>
          <a:r>
            <a:rPr lang="en-IE" sz="1800" b="0" kern="1200" dirty="0"/>
            <a:t>You can always send us a private message and we will respond before the end of the next college day.</a:t>
          </a:r>
        </a:p>
      </dsp:txBody>
      <dsp:txXfrm>
        <a:off x="776646" y="1316256"/>
        <a:ext cx="7279797" cy="1014081"/>
      </dsp:txXfrm>
    </dsp:sp>
    <dsp:sp modelId="{9A3CA9CF-7BAA-4E8A-B8DC-BD7BECAA53FC}">
      <dsp:nvSpPr>
        <dsp:cNvPr id="0" name=""/>
        <dsp:cNvSpPr/>
      </dsp:nvSpPr>
      <dsp:spPr>
        <a:xfrm>
          <a:off x="1459382" y="2546061"/>
          <a:ext cx="8778240" cy="10771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6622584"/>
                <a:satOff val="26541"/>
                <a:lumOff val="5752"/>
                <a:alphaOff val="0"/>
                <a:tint val="50000"/>
                <a:satMod val="300000"/>
              </a:schemeClr>
            </a:gs>
            <a:gs pos="35000">
              <a:schemeClr val="accent5">
                <a:hueOff val="-6622584"/>
                <a:satOff val="26541"/>
                <a:lumOff val="5752"/>
                <a:alphaOff val="0"/>
                <a:tint val="37000"/>
                <a:satMod val="300000"/>
              </a:schemeClr>
            </a:gs>
            <a:gs pos="100000">
              <a:schemeClr val="accent5">
                <a:hueOff val="-6622584"/>
                <a:satOff val="26541"/>
                <a:lumOff val="5752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b="1" kern="1200" dirty="0"/>
            <a:t>Post the issue in Slack</a:t>
          </a:r>
          <a:r>
            <a:rPr lang="en-IE" sz="1800" kern="1200" dirty="0"/>
            <a:t>; </a:t>
          </a:r>
          <a:br>
            <a:rPr lang="en-IE" sz="1800" kern="1200" dirty="0"/>
          </a:br>
          <a:r>
            <a:rPr lang="en-IE" sz="1800" kern="1200" dirty="0"/>
            <a:t>	think of it as asking a question in a classroom.  </a:t>
          </a:r>
          <a:br>
            <a:rPr lang="en-IE" sz="1800" kern="1200" dirty="0"/>
          </a:br>
          <a:r>
            <a:rPr lang="en-IE" sz="1800" kern="1200" dirty="0"/>
            <a:t>	Include any screen shots, screen recordings, etc. </a:t>
          </a:r>
          <a:br>
            <a:rPr lang="en-IE" sz="1800" kern="1200" dirty="0"/>
          </a:br>
          <a:r>
            <a:rPr lang="en-IE" sz="1800" kern="1200" dirty="0"/>
            <a:t>	you think might help with solving the problem.</a:t>
          </a:r>
        </a:p>
      </dsp:txBody>
      <dsp:txXfrm>
        <a:off x="1490931" y="2577610"/>
        <a:ext cx="7290770" cy="1014081"/>
      </dsp:txXfrm>
    </dsp:sp>
    <dsp:sp modelId="{25AB2FA4-C711-4453-A4AD-5C457CC3574C}">
      <dsp:nvSpPr>
        <dsp:cNvPr id="0" name=""/>
        <dsp:cNvSpPr/>
      </dsp:nvSpPr>
      <dsp:spPr>
        <a:xfrm>
          <a:off x="2194559" y="3819092"/>
          <a:ext cx="8778240" cy="1077179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5">
                <a:hueOff val="-9933876"/>
                <a:satOff val="39811"/>
                <a:lumOff val="8628"/>
                <a:alphaOff val="0"/>
                <a:tint val="50000"/>
                <a:satMod val="300000"/>
              </a:schemeClr>
            </a:gs>
            <a:gs pos="35000">
              <a:schemeClr val="accent5">
                <a:hueOff val="-9933876"/>
                <a:satOff val="39811"/>
                <a:lumOff val="8628"/>
                <a:alphaOff val="0"/>
                <a:tint val="37000"/>
                <a:satMod val="300000"/>
              </a:schemeClr>
            </a:gs>
            <a:gs pos="100000">
              <a:schemeClr val="accent5">
                <a:hueOff val="-9933876"/>
                <a:satOff val="39811"/>
                <a:lumOff val="8628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E" sz="1800" kern="1200" dirty="0"/>
            <a:t>We encourage classmates to help each other (</a:t>
          </a:r>
          <a:r>
            <a:rPr lang="en-IE" sz="1800" b="1" kern="1200" dirty="0"/>
            <a:t>peer learning</a:t>
          </a:r>
          <a:r>
            <a:rPr lang="en-IE" sz="1800" kern="1200" dirty="0"/>
            <a:t>), if you know the answer to another student’s issue, please do respond.</a:t>
          </a:r>
        </a:p>
      </dsp:txBody>
      <dsp:txXfrm>
        <a:off x="2226108" y="3850641"/>
        <a:ext cx="7279797" cy="1014081"/>
      </dsp:txXfrm>
    </dsp:sp>
    <dsp:sp modelId="{363805AD-6CDE-4FD1-9559-05F0DF99FA1D}">
      <dsp:nvSpPr>
        <dsp:cNvPr id="0" name=""/>
        <dsp:cNvSpPr/>
      </dsp:nvSpPr>
      <dsp:spPr>
        <a:xfrm>
          <a:off x="8078073" y="825021"/>
          <a:ext cx="700166" cy="7001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0"/>
            <a:satOff val="0"/>
            <a:lumOff val="0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235610" y="825021"/>
        <a:ext cx="385092" cy="526875"/>
      </dsp:txXfrm>
    </dsp:sp>
    <dsp:sp modelId="{9080ABD3-592C-470D-8D04-1BAE537102B0}">
      <dsp:nvSpPr>
        <dsp:cNvPr id="0" name=""/>
        <dsp:cNvSpPr/>
      </dsp:nvSpPr>
      <dsp:spPr>
        <a:xfrm>
          <a:off x="8813250" y="2098052"/>
          <a:ext cx="700166" cy="7001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5370241"/>
            <a:satOff val="24126"/>
            <a:lumOff val="1658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8970787" y="2098052"/>
        <a:ext cx="385092" cy="526875"/>
      </dsp:txXfrm>
    </dsp:sp>
    <dsp:sp modelId="{64FE887B-05E8-44DE-85B0-4E56DEBE80D1}">
      <dsp:nvSpPr>
        <dsp:cNvPr id="0" name=""/>
        <dsp:cNvSpPr/>
      </dsp:nvSpPr>
      <dsp:spPr>
        <a:xfrm>
          <a:off x="9537455" y="3371083"/>
          <a:ext cx="700166" cy="700166"/>
        </a:xfrm>
        <a:prstGeom prst="downArrow">
          <a:avLst>
            <a:gd name="adj1" fmla="val 55000"/>
            <a:gd name="adj2" fmla="val 45000"/>
          </a:avLst>
        </a:prstGeom>
        <a:solidFill>
          <a:schemeClr val="accent5">
            <a:tint val="40000"/>
            <a:alpha val="90000"/>
            <a:hueOff val="-10740482"/>
            <a:satOff val="48253"/>
            <a:lumOff val="3317"/>
            <a:alphaOff val="0"/>
          </a:schemeClr>
        </a:solidFill>
        <a:ln w="9525" cap="flat" cmpd="sng" algn="ctr">
          <a:solidFill>
            <a:schemeClr val="accent5">
              <a:tint val="40000"/>
              <a:alpha val="9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9370" tIns="39370" rIns="39370" bIns="39370" numCol="1" spcCol="1270" anchor="ctr" anchorCtr="0">
          <a:noAutofit/>
        </a:bodyPr>
        <a:lstStyle/>
        <a:p>
          <a:pPr marL="0" lvl="0" indent="0" algn="ctr" defTabSz="1377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100" kern="1200"/>
        </a:p>
      </dsp:txBody>
      <dsp:txXfrm>
        <a:off x="9694992" y="3371083"/>
        <a:ext cx="385092" cy="5268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8C3D141-1E1C-433C-AD3A-CD56CBBB4F9F}" type="datetimeFigureOut">
              <a:rPr lang="en-IE" smtClean="0"/>
              <a:t>03/09/2025</a:t>
            </a:fld>
            <a:endParaRPr lang="en-IE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E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63DB36-5273-45A5-A77C-FE9BE0779D84}" type="slidenum">
              <a:rPr lang="en-IE" smtClean="0"/>
              <a:t>‹#›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6345442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These technologies are the software development technologies/approaches that we will teach in the course.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4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202720876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6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30308789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E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7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2099793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E" dirty="0"/>
              <a:t>Can visually the result of your programming code.</a:t>
            </a:r>
          </a:p>
          <a:p>
            <a:r>
              <a:rPr lang="en-IE" dirty="0"/>
              <a:t>Visual confirmation that your code is correct.</a:t>
            </a:r>
          </a:p>
          <a:p>
            <a:r>
              <a:rPr lang="en-IE" dirty="0"/>
              <a:t>Little “ceremony” around getting a piece of code to work…simple IDE and you can have a program with only one line of code if you wish.</a:t>
            </a:r>
          </a:p>
          <a:p>
            <a:r>
              <a:rPr lang="en-IE" dirty="0"/>
              <a:t>Helps with understanding flow of control e.g. sequence, selection (if), iteration (loops)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963DB36-5273-45A5-A77C-FE9BE0779D84}" type="slidenum">
              <a:rPr lang="en-IE" smtClean="0"/>
              <a:t>12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3111841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74522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7" name="Straight Connector 6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A54FA624-7CFC-3CFB-8384-E3FA99B20E94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640700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3250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0F42A16B-6893-A143-E832-A99D7B6427B3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015178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627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6" name="Straight Connector 5"/>
          <p:cNvCxnSpPr/>
          <p:nvPr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BDB4946F-2A50-46DF-D246-8E463A5B9E4E}"/>
              </a:ext>
            </a:extLst>
          </p:cNvPr>
          <p:cNvCxnSpPr/>
          <p:nvPr userDrawn="1"/>
        </p:nvCxnSpPr>
        <p:spPr>
          <a:xfrm>
            <a:off x="609600" y="1447800"/>
            <a:ext cx="110744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205153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64947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7298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23279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038228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14519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&amp; Bulle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2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3" name="Shape 23"/>
          <p:cNvSpPr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" name="Shape 24"/>
          <p:cNvSpPr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8698933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9/3/25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0306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47" r:id="rId1"/>
    <p:sldLayoutId id="2147484048" r:id="rId2"/>
    <p:sldLayoutId id="2147484049" r:id="rId3"/>
    <p:sldLayoutId id="2147484050" r:id="rId4"/>
    <p:sldLayoutId id="2147484051" r:id="rId5"/>
    <p:sldLayoutId id="2147484052" r:id="rId6"/>
    <p:sldLayoutId id="2147484053" r:id="rId7"/>
    <p:sldLayoutId id="2147484054" r:id="rId8"/>
    <p:sldLayoutId id="2147484055" r:id="rId9"/>
    <p:sldLayoutId id="2147484056" r:id="rId10"/>
    <p:sldLayoutId id="2147484057" r:id="rId11"/>
    <p:sldLayoutId id="2147484058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Relationship Id="rId9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6.xml"/><Relationship Id="rId1" Type="http://schemas.openxmlformats.org/officeDocument/2006/relationships/themeOverride" Target="../theme/themeOverride3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slideLayout" Target="../slideLayouts/slideLayout7.xml"/><Relationship Id="rId1" Type="http://schemas.openxmlformats.org/officeDocument/2006/relationships/themeOverride" Target="../theme/themeOverride4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notesSlide" Target="../notesSlides/notesSlide2.xml"/><Relationship Id="rId7" Type="http://schemas.openxmlformats.org/officeDocument/2006/relationships/diagramColors" Target="../diagrams/colors2.xml"/><Relationship Id="rId2" Type="http://schemas.openxmlformats.org/officeDocument/2006/relationships/slideLayout" Target="../slideLayouts/slideLayout8.xml"/><Relationship Id="rId1" Type="http://schemas.openxmlformats.org/officeDocument/2006/relationships/themeOverride" Target="../theme/themeOverride5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openxmlformats.org/officeDocument/2006/relationships/notesSlide" Target="../notesSlides/notesSlide3.xml"/><Relationship Id="rId7" Type="http://schemas.openxmlformats.org/officeDocument/2006/relationships/diagramColors" Target="../diagrams/colors3.xml"/><Relationship Id="rId2" Type="http://schemas.openxmlformats.org/officeDocument/2006/relationships/slideLayout" Target="../slideLayouts/slideLayout12.xml"/><Relationship Id="rId1" Type="http://schemas.openxmlformats.org/officeDocument/2006/relationships/themeOverride" Target="../theme/themeOverride6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9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0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1.xml"/><Relationship Id="rId4" Type="http://schemas.openxmlformats.org/officeDocument/2006/relationships/hyperlink" Target="https://processing.org/overview/" TargetMode="Externa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2.xml"/><Relationship Id="rId6" Type="http://schemas.openxmlformats.org/officeDocument/2006/relationships/image" Target="../media/image20.jpeg"/><Relationship Id="rId5" Type="http://schemas.openxmlformats.org/officeDocument/2006/relationships/hyperlink" Target="https://library.wit.ie/Resources/ebooks" TargetMode="External"/><Relationship Id="rId4" Type="http://schemas.openxmlformats.org/officeDocument/2006/relationships/image" Target="../media/image1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hyperlink" Target="https://processing.org/books/" TargetMode="Externa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3.jpeg"/><Relationship Id="rId4" Type="http://schemas.openxmlformats.org/officeDocument/2006/relationships/image" Target="../media/image2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75641" y="914401"/>
            <a:ext cx="7772400" cy="1470025"/>
          </a:xfrm>
        </p:spPr>
        <p:txBody>
          <a:bodyPr>
            <a:normAutofit/>
          </a:bodyPr>
          <a:lstStyle/>
          <a:p>
            <a:pPr algn="l"/>
            <a:r>
              <a:rPr lang="en-IE" sz="4000" dirty="0"/>
              <a:t>Programming Fundamentals 1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638300" y="3832224"/>
            <a:ext cx="2552700" cy="1066800"/>
          </a:xfrm>
        </p:spPr>
        <p:txBody>
          <a:bodyPr>
            <a:normAutofit/>
          </a:bodyPr>
          <a:lstStyle/>
          <a:p>
            <a:pPr algn="r">
              <a:lnSpc>
                <a:spcPct val="110000"/>
              </a:lnSpc>
              <a:spcBef>
                <a:spcPts val="0"/>
              </a:spcBef>
            </a:pPr>
            <a:r>
              <a:rPr lang="en-IE" sz="2400" dirty="0"/>
              <a:t>Produced by:</a:t>
            </a:r>
          </a:p>
        </p:txBody>
      </p:sp>
      <p:cxnSp>
        <p:nvCxnSpPr>
          <p:cNvPr id="6" name="Straight Connector 5"/>
          <p:cNvCxnSpPr/>
          <p:nvPr/>
        </p:nvCxnSpPr>
        <p:spPr>
          <a:xfrm>
            <a:off x="2251841" y="3124200"/>
            <a:ext cx="7620000" cy="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4114800" y="3869324"/>
            <a:ext cx="55626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Mairead Meagher</a:t>
            </a:r>
          </a:p>
          <a:p>
            <a:r>
              <a:rPr lang="en-IE" sz="2400" dirty="0">
                <a:solidFill>
                  <a:schemeClr val="tx1">
                    <a:lumMod val="75000"/>
                    <a:lumOff val="25000"/>
                  </a:schemeClr>
                </a:solidFill>
              </a:rPr>
              <a:t>Ms. Siobhan Roche </a:t>
            </a:r>
          </a:p>
        </p:txBody>
      </p:sp>
      <p:sp>
        <p:nvSpPr>
          <p:cNvPr id="12" name="Title 1"/>
          <p:cNvSpPr txBox="1">
            <a:spLocks/>
          </p:cNvSpPr>
          <p:nvPr/>
        </p:nvSpPr>
        <p:spPr>
          <a:xfrm>
            <a:off x="2175641" y="2133601"/>
            <a:ext cx="7772400" cy="9366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en-IE" sz="3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An Introduction to the module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96E761F-E6A9-9565-BC08-58D64EFB6F60}"/>
              </a:ext>
            </a:extLst>
          </p:cNvPr>
          <p:cNvSpPr txBox="1"/>
          <p:nvPr/>
        </p:nvSpPr>
        <p:spPr>
          <a:xfrm>
            <a:off x="5105400" y="5974494"/>
            <a:ext cx="6206358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E" sz="1600" dirty="0">
                <a:solidFill>
                  <a:srgbClr val="435465"/>
                </a:solidFill>
              </a:rPr>
              <a:t>Department of Computing and Mathematics</a:t>
            </a:r>
          </a:p>
          <a:p>
            <a:r>
              <a:rPr lang="en-IE" sz="1600" dirty="0" err="1">
                <a:solidFill>
                  <a:srgbClr val="435465"/>
                </a:solidFill>
              </a:rPr>
              <a:t>setu.ie</a:t>
            </a:r>
            <a:endParaRPr lang="en-IE" sz="1600" dirty="0">
              <a:solidFill>
                <a:srgbClr val="435465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D9A7038-6CD1-67ED-A9DA-393D0C7F8F9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1200" y="5181600"/>
            <a:ext cx="2971800" cy="16660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237126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Agenda</a:t>
            </a:r>
            <a:endParaRPr dirty="0"/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2</a:t>
            </a:fld>
            <a:endParaRPr lang="en-IE"/>
          </a:p>
        </p:txBody>
      </p:sp>
      <p:sp>
        <p:nvSpPr>
          <p:cNvPr id="246" name="Shape 246"/>
          <p:cNvSpPr>
            <a:spLocks noGrp="1"/>
          </p:cNvSpPr>
          <p:nvPr>
            <p:ph type="body" idx="4294967295"/>
          </p:nvPr>
        </p:nvSpPr>
        <p:spPr>
          <a:xfrm>
            <a:off x="0" y="1830388"/>
            <a:ext cx="8229600" cy="4525962"/>
          </a:xfrm>
          <a:prstGeom prst="rect">
            <a:avLst/>
          </a:prstGeom>
        </p:spPr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IE" sz="2800" i="1"/>
              <a:t>Lecturers / Tutors</a:t>
            </a:r>
          </a:p>
          <a:p>
            <a:pPr>
              <a:lnSpc>
                <a:spcPct val="150000"/>
              </a:lnSpc>
            </a:pPr>
            <a:r>
              <a:rPr lang="en-IE" sz="2800" i="1"/>
              <a:t>Module Structure &amp; Delivery</a:t>
            </a:r>
          </a:p>
          <a:p>
            <a:pPr>
              <a:lnSpc>
                <a:spcPct val="150000"/>
              </a:lnSpc>
            </a:pPr>
            <a:r>
              <a:rPr lang="en-IE" sz="2800" i="1"/>
              <a:t>Technologies</a:t>
            </a:r>
            <a:endParaRPr lang="en-IE" sz="2400" i="1"/>
          </a:p>
          <a:p>
            <a:pPr>
              <a:lnSpc>
                <a:spcPct val="150000"/>
              </a:lnSpc>
            </a:pPr>
            <a:r>
              <a:rPr lang="en-IE" sz="2800" i="1"/>
              <a:t>Module Assessment (Assignments)</a:t>
            </a:r>
          </a:p>
          <a:p>
            <a:pPr>
              <a:lnSpc>
                <a:spcPct val="150000"/>
              </a:lnSpc>
            </a:pPr>
            <a:r>
              <a:rPr lang="en-IE" sz="2800" i="1"/>
              <a:t>Troubleshooting</a:t>
            </a:r>
          </a:p>
          <a:p>
            <a:pPr>
              <a:lnSpc>
                <a:spcPct val="150000"/>
              </a:lnSpc>
            </a:pPr>
            <a:r>
              <a:rPr lang="en-IE" sz="2800" i="1"/>
              <a:t>Ethos</a:t>
            </a:r>
            <a:endParaRPr lang="en-IE" sz="2800" i="1" dirty="0"/>
          </a:p>
        </p:txBody>
      </p:sp>
    </p:spTree>
    <p:extLst>
      <p:ext uri="{BB962C8B-B14F-4D97-AF65-F5344CB8AC3E}">
        <p14:creationId xmlns:p14="http://schemas.microsoft.com/office/powerpoint/2010/main" val="37438219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en-IE" dirty="0"/>
              <a:t>Introducing your lecturers / tutors</a:t>
            </a:r>
          </a:p>
        </p:txBody>
      </p:sp>
      <p:sp>
        <p:nvSpPr>
          <p:cNvPr id="2" name="Slide Number Placeholder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3</a:t>
            </a:fld>
            <a:endParaRPr lang="en-IE"/>
          </a:p>
        </p:txBody>
      </p:sp>
      <p:graphicFrame>
        <p:nvGraphicFramePr>
          <p:cNvPr id="4" name="Diagram 3">
            <a:extLst>
              <a:ext uri="{FF2B5EF4-FFF2-40B4-BE49-F238E27FC236}">
                <a16:creationId xmlns:a16="http://schemas.microsoft.com/office/drawing/2014/main" id="{9F9366FA-7543-47BB-9CE7-EA14612B24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570644028"/>
              </p:ext>
            </p:extLst>
          </p:nvPr>
        </p:nvGraphicFramePr>
        <p:xfrm>
          <a:off x="1828800" y="1376456"/>
          <a:ext cx="8534400" cy="495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pic>
        <p:nvPicPr>
          <p:cNvPr id="8" name="Picture 7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60000" y="4572000"/>
            <a:ext cx="1498600" cy="1498600"/>
          </a:xfrm>
          <a:prstGeom prst="rect">
            <a:avLst/>
          </a:prstGeom>
          <a:ln>
            <a:solidFill>
              <a:srgbClr val="0070C0"/>
            </a:solidFill>
          </a:ln>
        </p:spPr>
      </p:pic>
      <p:pic>
        <p:nvPicPr>
          <p:cNvPr id="3" name="Picture 2"/>
          <p:cNvPicPr>
            <a:picLocks noChangeAspect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225" b="11361"/>
          <a:stretch/>
        </p:blipFill>
        <p:spPr>
          <a:xfrm>
            <a:off x="9982200" y="1751152"/>
            <a:ext cx="1475484" cy="16016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31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>
          <a:xfrm>
            <a:off x="1803662" y="4535875"/>
            <a:ext cx="8584676" cy="10443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algn="ctr">
              <a:lnSpc>
                <a:spcPct val="90000"/>
              </a:lnSpc>
            </a:pPr>
            <a:r>
              <a:rPr lang="en-US" sz="4800" dirty="0">
                <a:solidFill>
                  <a:schemeClr val="tx1"/>
                </a:solidFill>
              </a:rPr>
              <a:t>Programming Technologies</a:t>
            </a:r>
          </a:p>
        </p:txBody>
      </p:sp>
      <p:pic>
        <p:nvPicPr>
          <p:cNvPr id="3074" name="Picture 2" descr="Image result for java">
            <a:extLst>
              <a:ext uri="{FF2B5EF4-FFF2-40B4-BE49-F238E27FC236}">
                <a16:creationId xmlns:a16="http://schemas.microsoft.com/office/drawing/2014/main" id="{667526F7-82EB-4E1F-BEA3-BC94D2CEAE2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891793" y="1564075"/>
            <a:ext cx="1837944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310225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val 8">
            <a:extLst>
              <a:ext uri="{FF2B5EF4-FFF2-40B4-BE49-F238E27FC236}">
                <a16:creationId xmlns:a16="http://schemas.microsoft.com/office/drawing/2014/main" id="{775E1BEE-546B-B491-B728-EC390B88030C}"/>
              </a:ext>
            </a:extLst>
          </p:cNvPr>
          <p:cNvSpPr/>
          <p:nvPr/>
        </p:nvSpPr>
        <p:spPr>
          <a:xfrm>
            <a:off x="1447800" y="1989540"/>
            <a:ext cx="3886200" cy="25146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C19F71C-94E6-733C-3845-4FBC1986A009}"/>
              </a:ext>
            </a:extLst>
          </p:cNvPr>
          <p:cNvSpPr txBox="1"/>
          <p:nvPr/>
        </p:nvSpPr>
        <p:spPr>
          <a:xfrm>
            <a:off x="2209800" y="5105400"/>
            <a:ext cx="7467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4800" dirty="0">
                <a:solidFill>
                  <a:schemeClr val="tx1"/>
                </a:solidFill>
              </a:rPr>
              <a:t>Programming Technologies</a:t>
            </a:r>
            <a:endParaRPr lang="en-US" sz="4800" dirty="0"/>
          </a:p>
        </p:txBody>
      </p:sp>
      <p:pic>
        <p:nvPicPr>
          <p:cNvPr id="5" name="Picture 2" descr="Image result for java">
            <a:extLst>
              <a:ext uri="{FF2B5EF4-FFF2-40B4-BE49-F238E27FC236}">
                <a16:creationId xmlns:a16="http://schemas.microsoft.com/office/drawing/2014/main" id="{541ADD15-B837-1F48-9780-CCFE2D122C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71928" y="2209800"/>
            <a:ext cx="1837944" cy="18379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06CCA7F1-A462-A925-78A9-1298320881BC}"/>
              </a:ext>
            </a:extLst>
          </p:cNvPr>
          <p:cNvSpPr/>
          <p:nvPr/>
        </p:nvSpPr>
        <p:spPr>
          <a:xfrm>
            <a:off x="6858002" y="1989540"/>
            <a:ext cx="3886200" cy="2514600"/>
          </a:xfrm>
          <a:prstGeom prst="ellipse">
            <a:avLst/>
          </a:prstGeom>
        </p:spPr>
        <p:style>
          <a:lnRef idx="2">
            <a:schemeClr val="accent6">
              <a:shade val="15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7FDC9A31-9C36-CD91-448E-48273510CB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32702" y="2295144"/>
            <a:ext cx="2336800" cy="1752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634525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245"/>
          <p:cNvSpPr>
            <a:spLocks noGrp="1"/>
          </p:cNvSpPr>
          <p:nvPr>
            <p:ph type="title"/>
          </p:nvPr>
        </p:nvSpPr>
        <p:spPr/>
        <p:txBody>
          <a:bodyPr anchor="b">
            <a:normAutofit/>
          </a:bodyPr>
          <a:lstStyle/>
          <a:p>
            <a:r>
              <a:rPr lang="en-IE"/>
              <a:t>Assignments</a:t>
            </a:r>
          </a:p>
        </p:txBody>
      </p:sp>
      <p:graphicFrame>
        <p:nvGraphicFramePr>
          <p:cNvPr id="247" name="Text Placeholder 2">
            <a:extLst>
              <a:ext uri="{FF2B5EF4-FFF2-40B4-BE49-F238E27FC236}">
                <a16:creationId xmlns:a16="http://schemas.microsoft.com/office/drawing/2014/main" id="{8F7FAADC-F75F-C8A8-1C34-D48EC7DFE6D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272166364"/>
              </p:ext>
            </p:extLst>
          </p:nvPr>
        </p:nvGraphicFramePr>
        <p:xfrm>
          <a:off x="4767263" y="273050"/>
          <a:ext cx="6815137" cy="585311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251" name="Text Placeholder 3">
            <a:extLst>
              <a:ext uri="{FF2B5EF4-FFF2-40B4-BE49-F238E27FC236}">
                <a16:creationId xmlns:a16="http://schemas.microsoft.com/office/drawing/2014/main" id="{B837221C-5035-BC83-C18B-C5F2C3A8583B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6462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i="1" dirty="0"/>
              <a:t>What to do if you don’t know what to do…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7</a:t>
            </a:fld>
            <a:endParaRPr lang="en-IE"/>
          </a:p>
        </p:txBody>
      </p:sp>
      <p:graphicFrame>
        <p:nvGraphicFramePr>
          <p:cNvPr id="5" name="Diagram 4"/>
          <p:cNvGraphicFramePr/>
          <p:nvPr>
            <p:extLst>
              <p:ext uri="{D42A27DB-BD31-4B8C-83A1-F6EECF244321}">
                <p14:modId xmlns:p14="http://schemas.microsoft.com/office/powerpoint/2010/main" val="948183332"/>
              </p:ext>
            </p:extLst>
          </p:nvPr>
        </p:nvGraphicFramePr>
        <p:xfrm>
          <a:off x="626533" y="1687090"/>
          <a:ext cx="10972800" cy="489627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13379267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Ethos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E" b="1" dirty="0"/>
              <a:t>Self-directed learning </a:t>
            </a:r>
            <a:r>
              <a:rPr lang="en-IE" dirty="0"/>
              <a:t>outside of lectures / labs.</a:t>
            </a:r>
          </a:p>
          <a:p>
            <a:r>
              <a:rPr lang="en-IE" dirty="0"/>
              <a:t>Inquisitive and motivated.</a:t>
            </a:r>
          </a:p>
          <a:p>
            <a:r>
              <a:rPr lang="en-IE" dirty="0"/>
              <a:t>Help your </a:t>
            </a:r>
            <a:r>
              <a:rPr lang="en-IE" b="1" dirty="0"/>
              <a:t>peers (use #Slack!)</a:t>
            </a:r>
            <a:r>
              <a:rPr lang="en-IE" dirty="0"/>
              <a:t>.</a:t>
            </a:r>
          </a:p>
          <a:p>
            <a:r>
              <a:rPr lang="en-IE" b="1" dirty="0"/>
              <a:t>Engage</a:t>
            </a:r>
            <a:r>
              <a:rPr lang="en-IE" dirty="0"/>
              <a:t>ment and staying current with the module.</a:t>
            </a:r>
          </a:p>
          <a:p>
            <a:r>
              <a:rPr lang="en-IE" dirty="0"/>
              <a:t>All work submitted must be </a:t>
            </a:r>
            <a:r>
              <a:rPr lang="en-IE" b="1" dirty="0"/>
              <a:t>your own work</a:t>
            </a:r>
            <a:r>
              <a:rPr lang="en-IE" dirty="0"/>
              <a:t>.  </a:t>
            </a:r>
          </a:p>
          <a:p>
            <a:pPr lvl="1"/>
            <a:r>
              <a:rPr lang="en-IE" dirty="0"/>
              <a:t>all code/approaches given in the module by us can be re-used / re-purposed in your assignments.</a:t>
            </a:r>
          </a:p>
          <a:p>
            <a:endParaRPr lang="en-IE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CB4B4D-7CA3-9044-876B-883B54F8677D}" type="slidenum">
              <a:rPr lang="en-IE" smtClean="0"/>
              <a:t>8</a:t>
            </a:fld>
            <a:endParaRPr lang="en-IE"/>
          </a:p>
        </p:txBody>
      </p:sp>
    </p:spTree>
    <p:extLst>
      <p:ext uri="{BB962C8B-B14F-4D97-AF65-F5344CB8AC3E}">
        <p14:creationId xmlns:p14="http://schemas.microsoft.com/office/powerpoint/2010/main" val="78148354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93F2B9-CA77-41E2-BFCC-DD2CEF5266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200" y="184805"/>
            <a:ext cx="10515600" cy="150588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52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Introduction to </a:t>
            </a:r>
            <a:r>
              <a:rPr lang="en-US" sz="52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BlueJ</a:t>
            </a:r>
            <a:endParaRPr lang="en-US" sz="52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D5CEFFF-253D-1DFA-FC44-A1A959E89D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71800" y="1690688"/>
            <a:ext cx="6248400" cy="4771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983282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</a:t>
            </a:r>
            <a:r>
              <a:rPr lang="en-IE"/>
              <a:t>BlueJ?</a:t>
            </a:r>
            <a:endParaRPr lang="en-IE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752600"/>
            <a:ext cx="11277600" cy="14478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E" sz="2800" b="1" dirty="0" err="1"/>
              <a:t>Bluej</a:t>
            </a:r>
            <a:r>
              <a:rPr lang="en-IE" sz="2800" dirty="0"/>
              <a:t> is a </a:t>
            </a:r>
          </a:p>
          <a:p>
            <a:pPr marL="0" indent="0">
              <a:buNone/>
            </a:pPr>
            <a:r>
              <a:rPr lang="en-IE" sz="2800" dirty="0"/>
              <a:t>programming language, development environment, and online community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B6C10E6-9845-42E3-8563-37CCEEDBAE64}"/>
              </a:ext>
            </a:extLst>
          </p:cNvPr>
          <p:cNvSpPr/>
          <p:nvPr/>
        </p:nvSpPr>
        <p:spPr>
          <a:xfrm>
            <a:off x="304800" y="3048000"/>
            <a:ext cx="1298695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400050" lvl="1"/>
            <a:r>
              <a:rPr lang="en-IE" sz="2800" dirty="0"/>
              <a:t>…can be used to develop static or interactive online material </a:t>
            </a:r>
            <a:br>
              <a:rPr lang="en-IE" sz="2800" dirty="0"/>
            </a:br>
            <a:r>
              <a:rPr lang="en-IE" sz="2800" dirty="0"/>
              <a:t>and data visualisations.</a:t>
            </a:r>
          </a:p>
          <a:p>
            <a:pPr marL="400050" lvl="1"/>
            <a:endParaRPr lang="en-IE" sz="2800" dirty="0"/>
          </a:p>
          <a:p>
            <a:pPr marL="400050" lvl="1"/>
            <a:r>
              <a:rPr lang="en-IE" sz="2800" dirty="0"/>
              <a:t>…is often used by visual artists.</a:t>
            </a:r>
          </a:p>
          <a:p>
            <a:pPr marL="400050" lvl="1"/>
            <a:endParaRPr lang="en-IE" sz="2800" dirty="0"/>
          </a:p>
          <a:p>
            <a:pPr marL="400050" lvl="1"/>
            <a:r>
              <a:rPr lang="en-IE" sz="2800" dirty="0"/>
              <a:t>…produces visual and interactive representations of programming code.</a:t>
            </a:r>
            <a:endParaRPr lang="en-IE" sz="2800" b="1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A494C72-5714-AE54-67F1-A0C6FD01A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78291" y="137444"/>
            <a:ext cx="1676400" cy="1280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199060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What is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en-IE" dirty="0"/>
              <a:t>Different programming languages can be used with Processing e.g. :</a:t>
            </a:r>
          </a:p>
          <a:p>
            <a:pPr lvl="0"/>
            <a:endParaRPr lang="en-IE" dirty="0"/>
          </a:p>
          <a:p>
            <a:pPr lvl="1"/>
            <a:r>
              <a:rPr lang="en-IE" b="1" dirty="0"/>
              <a:t>Java</a:t>
            </a:r>
            <a:r>
              <a:rPr lang="en-IE" dirty="0"/>
              <a:t>:  </a:t>
            </a:r>
            <a:r>
              <a:rPr lang="en-IE" dirty="0" err="1"/>
              <a:t>ver</a:t>
            </a:r>
            <a:r>
              <a:rPr lang="en-IE" dirty="0"/>
              <a:t> 4 uses Java 17, </a:t>
            </a:r>
            <a:r>
              <a:rPr lang="en-IE" dirty="0" err="1"/>
              <a:t>ver</a:t>
            </a:r>
            <a:r>
              <a:rPr lang="en-IE" dirty="0"/>
              <a:t> 3 uses Java 8.</a:t>
            </a:r>
          </a:p>
          <a:p>
            <a:pPr lvl="1"/>
            <a:r>
              <a:rPr lang="en-IE" b="1" dirty="0"/>
              <a:t>JavaScript</a:t>
            </a:r>
            <a:r>
              <a:rPr lang="en-IE" dirty="0"/>
              <a:t> (p5.js)</a:t>
            </a:r>
          </a:p>
          <a:p>
            <a:pPr lvl="1"/>
            <a:r>
              <a:rPr lang="en-IE" b="1" dirty="0"/>
              <a:t>Python</a:t>
            </a:r>
          </a:p>
          <a:p>
            <a:pPr lvl="1"/>
            <a:endParaRPr lang="en-IE" dirty="0"/>
          </a:p>
          <a:p>
            <a:r>
              <a:rPr lang="en-IE" dirty="0"/>
              <a:t>It can be used on different platforms :</a:t>
            </a:r>
          </a:p>
          <a:p>
            <a:pPr lvl="1"/>
            <a:r>
              <a:rPr lang="en-IE" dirty="0"/>
              <a:t>Windows, OSX, </a:t>
            </a:r>
            <a:r>
              <a:rPr lang="en-IE" b="1" dirty="0"/>
              <a:t>Linux</a:t>
            </a:r>
            <a:r>
              <a:rPr lang="en-IE" dirty="0"/>
              <a:t> and now </a:t>
            </a:r>
            <a:r>
              <a:rPr lang="en-IE" b="1" dirty="0"/>
              <a:t>Android</a:t>
            </a:r>
          </a:p>
          <a:p>
            <a:pPr marL="0" indent="0">
              <a:buNone/>
            </a:pPr>
            <a:endParaRPr lang="en-IE" dirty="0"/>
          </a:p>
        </p:txBody>
      </p:sp>
      <p:pic>
        <p:nvPicPr>
          <p:cNvPr id="4" name="Picture 2">
            <a:extLst>
              <a:ext uri="{FF2B5EF4-FFF2-40B4-BE49-F238E27FC236}">
                <a16:creationId xmlns:a16="http://schemas.microsoft.com/office/drawing/2014/main" id="{9C4EF4F3-2FEC-4D3D-AB74-AD60E4978FB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991600" y="46036"/>
            <a:ext cx="1371600" cy="1371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4353538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Why are we using Processing?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endParaRPr lang="en-IE" i="1" dirty="0"/>
          </a:p>
          <a:p>
            <a:pPr marL="0" indent="0" algn="ctr">
              <a:buNone/>
            </a:pPr>
            <a:r>
              <a:rPr lang="en-IE" sz="3600" i="1" dirty="0"/>
              <a:t>Processing is increasingly used </a:t>
            </a:r>
          </a:p>
          <a:p>
            <a:pPr marL="0" indent="0" algn="ctr">
              <a:buNone/>
            </a:pPr>
            <a:r>
              <a:rPr lang="en-IE" sz="3600" i="1" dirty="0"/>
              <a:t>to teach computer </a:t>
            </a:r>
          </a:p>
          <a:p>
            <a:pPr marL="0" indent="0" algn="ctr">
              <a:buNone/>
            </a:pPr>
            <a:r>
              <a:rPr lang="en-IE" sz="3600" i="1" dirty="0"/>
              <a:t>programming fundamentals (</a:t>
            </a:r>
            <a:r>
              <a:rPr lang="en-IE" sz="3600" i="1" dirty="0">
                <a:hlinkClick r:id="rId4"/>
              </a:rPr>
              <a:t>https://processing.org/overview/</a:t>
            </a:r>
            <a:r>
              <a:rPr lang="en-IE" sz="3600" i="1" dirty="0"/>
              <a:t>) </a:t>
            </a:r>
          </a:p>
          <a:p>
            <a:pPr marL="0" indent="0">
              <a:buNone/>
            </a:pPr>
            <a:endParaRPr lang="en-IE" i="1" dirty="0"/>
          </a:p>
        </p:txBody>
      </p:sp>
    </p:spTree>
    <p:extLst>
      <p:ext uri="{BB962C8B-B14F-4D97-AF65-F5344CB8AC3E}">
        <p14:creationId xmlns:p14="http://schemas.microsoft.com/office/powerpoint/2010/main" val="42308006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C1C1C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E" dirty="0"/>
              <a:t>Some </a:t>
            </a:r>
            <a:r>
              <a:rPr lang="en-IE" b="1" dirty="0"/>
              <a:t>eBooks</a:t>
            </a:r>
            <a:r>
              <a:rPr lang="en-IE" dirty="0"/>
              <a:t> in WIT library</a:t>
            </a:r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3" t="27282" r="20981" b="11260"/>
          <a:stretch/>
        </p:blipFill>
        <p:spPr bwMode="auto">
          <a:xfrm>
            <a:off x="609600" y="1828800"/>
            <a:ext cx="3429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27" name="Picture 3"/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2664" t="28125" r="20982" b="10417"/>
          <a:stretch/>
        </p:blipFill>
        <p:spPr bwMode="auto">
          <a:xfrm>
            <a:off x="4381500" y="1834662"/>
            <a:ext cx="3429000" cy="4495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01E2449-3FAD-D64D-9CC8-71D739F120F5}"/>
              </a:ext>
            </a:extLst>
          </p:cNvPr>
          <p:cNvSpPr txBox="1"/>
          <p:nvPr/>
        </p:nvSpPr>
        <p:spPr>
          <a:xfrm>
            <a:off x="7971692" y="1048306"/>
            <a:ext cx="38600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>
                <a:hlinkClick r:id="rId5"/>
              </a:rPr>
              <a:t>https://</a:t>
            </a:r>
            <a:r>
              <a:rPr lang="en-GB" dirty="0" err="1">
                <a:hlinkClick r:id="rId5"/>
              </a:rPr>
              <a:t>library.wit.ie</a:t>
            </a:r>
            <a:r>
              <a:rPr lang="en-GB" dirty="0">
                <a:hlinkClick r:id="rId5"/>
              </a:rPr>
              <a:t>/Resources/</a:t>
            </a:r>
            <a:r>
              <a:rPr lang="en-GB" dirty="0" err="1">
                <a:hlinkClick r:id="rId5"/>
              </a:rPr>
              <a:t>ebooks</a:t>
            </a:r>
            <a:endParaRPr lang="en-GB" dirty="0"/>
          </a:p>
        </p:txBody>
      </p:sp>
      <p:pic>
        <p:nvPicPr>
          <p:cNvPr id="4" name="Picture 2" descr="Learning Processing : A Beginner's Guide to Programming Images, Animation, and Interaction Cover Image">
            <a:extLst>
              <a:ext uri="{FF2B5EF4-FFF2-40B4-BE49-F238E27FC236}">
                <a16:creationId xmlns:a16="http://schemas.microsoft.com/office/drawing/2014/main" id="{7F4C2ADC-2F10-B849-BA28-E0E2CC50680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77624" y="1828800"/>
            <a:ext cx="3648231" cy="4495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9078675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09B2BD-DCC5-F947-9C8D-0433584192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Processing Books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C9CBD7-558F-5147-95FF-1CD871F314D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C4B96AC1-7EF6-3A4A-A243-91A98AA00044}"/>
              </a:ext>
            </a:extLst>
          </p:cNvPr>
          <p:cNvSpPr/>
          <p:nvPr/>
        </p:nvSpPr>
        <p:spPr>
          <a:xfrm>
            <a:off x="8763000" y="954922"/>
            <a:ext cx="301467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GB" dirty="0">
                <a:hlinkClick r:id="rId2"/>
              </a:rPr>
              <a:t>https://</a:t>
            </a:r>
            <a:r>
              <a:rPr lang="en-GB" dirty="0" err="1">
                <a:hlinkClick r:id="rId2"/>
              </a:rPr>
              <a:t>processing.org</a:t>
            </a:r>
            <a:r>
              <a:rPr lang="en-GB" dirty="0">
                <a:hlinkClick r:id="rId2"/>
              </a:rPr>
              <a:t>/books/</a:t>
            </a:r>
            <a:endParaRPr lang="en-GB" dirty="0"/>
          </a:p>
        </p:txBody>
      </p:sp>
      <p:pic>
        <p:nvPicPr>
          <p:cNvPr id="2050" name="Picture 2" descr="Processing: A Programming Handbook for Visual Designers (Second Edition)">
            <a:extLst>
              <a:ext uri="{FF2B5EF4-FFF2-40B4-BE49-F238E27FC236}">
                <a16:creationId xmlns:a16="http://schemas.microsoft.com/office/drawing/2014/main" id="{4D531443-05A9-614A-8AF9-B710A13FF8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" y="1600201"/>
            <a:ext cx="3429000" cy="45262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Processing: Creative Coding and Generative Art in Processing 2">
            <a:extLst>
              <a:ext uri="{FF2B5EF4-FFF2-40B4-BE49-F238E27FC236}">
                <a16:creationId xmlns:a16="http://schemas.microsoft.com/office/drawing/2014/main" id="{542CAEEC-D415-8541-BCAF-ECF655994E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51384" y="1599884"/>
            <a:ext cx="3649969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rocessing for Visual Artists: How to Create Expressive Images and Interactive Art">
            <a:extLst>
              <a:ext uri="{FF2B5EF4-FFF2-40B4-BE49-F238E27FC236}">
                <a16:creationId xmlns:a16="http://schemas.microsoft.com/office/drawing/2014/main" id="{2DE94859-DC1C-1240-BF79-50C3C1D0E2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18650" y="1599884"/>
            <a:ext cx="3563750" cy="45259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942656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E" dirty="0"/>
              <a:t>Questions?</a:t>
            </a:r>
          </a:p>
        </p:txBody>
      </p:sp>
      <p:pic>
        <p:nvPicPr>
          <p:cNvPr id="3074" name="Picture 2" descr="Image result for question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00" y="2057401"/>
            <a:ext cx="4343400" cy="35094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09878679"/>
      </p:ext>
    </p:extLst>
  </p:cSld>
  <p:clrMapOvr>
    <a:masterClrMapping/>
  </p:clrMapOvr>
</p:sld>
</file>

<file path=ppt/theme/theme1.xml><?xml version="1.0" encoding="utf-8"?>
<a:theme xmlns:a="http://schemas.openxmlformats.org/drawingml/2006/main" name="a-processing-mouse-event-methods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3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4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5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6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7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8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9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0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ppt/theme/themeOverride12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7471</TotalTime>
  <Words>584</Words>
  <Application>Microsoft Macintosh PowerPoint</Application>
  <PresentationFormat>Widescreen</PresentationFormat>
  <Paragraphs>83</Paragraphs>
  <Slides>15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a-processing-mouse-event-methods</vt:lpstr>
      <vt:lpstr>Programming Fundamentals 1</vt:lpstr>
      <vt:lpstr>Agenda</vt:lpstr>
      <vt:lpstr>Introducing your lecturers / tutors</vt:lpstr>
      <vt:lpstr>Programming Technologies</vt:lpstr>
      <vt:lpstr>PowerPoint Presentation</vt:lpstr>
      <vt:lpstr>Assignments</vt:lpstr>
      <vt:lpstr>What to do if you don’t know what to do…</vt:lpstr>
      <vt:lpstr>Ethos</vt:lpstr>
      <vt:lpstr>Introduction to BlueJ</vt:lpstr>
      <vt:lpstr>What is BlueJ?</vt:lpstr>
      <vt:lpstr>What is Processing?</vt:lpstr>
      <vt:lpstr>Why are we using Processing?</vt:lpstr>
      <vt:lpstr>Some eBooks in WIT library</vt:lpstr>
      <vt:lpstr>Processing Books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Programming Fundamentals</dc:title>
  <dc:creator>Colm Dunphy</dc:creator>
  <cp:lastModifiedBy>Mairead Meagher</cp:lastModifiedBy>
  <cp:revision>76</cp:revision>
  <dcterms:created xsi:type="dcterms:W3CDTF">2019-01-10T04:10:15Z</dcterms:created>
  <dcterms:modified xsi:type="dcterms:W3CDTF">2025-09-04T14:50:27Z</dcterms:modified>
</cp:coreProperties>
</file>