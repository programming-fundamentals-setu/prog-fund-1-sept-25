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383" r:id="rId2"/>
    <p:sldId id="392" r:id="rId3"/>
    <p:sldId id="454" r:id="rId4"/>
    <p:sldId id="343" r:id="rId5"/>
    <p:sldId id="345" r:id="rId6"/>
    <p:sldId id="457" r:id="rId7"/>
    <p:sldId id="459" r:id="rId8"/>
    <p:sldId id="455" r:id="rId9"/>
    <p:sldId id="350" r:id="rId10"/>
    <p:sldId id="460" r:id="rId11"/>
    <p:sldId id="406" r:id="rId12"/>
    <p:sldId id="407" r:id="rId13"/>
    <p:sldId id="408" r:id="rId14"/>
    <p:sldId id="342" r:id="rId15"/>
    <p:sldId id="3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86" autoAdjust="0"/>
    <p:restoredTop sz="94687"/>
  </p:normalViewPr>
  <p:slideViewPr>
    <p:cSldViewPr>
      <p:cViewPr varScale="1">
        <p:scale>
          <a:sx n="99" d="100"/>
          <a:sy n="99" d="100"/>
        </p:scale>
        <p:origin x="192" y="3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12/11/2025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runMenu</a:t>
            </a:r>
            <a:r>
              <a:rPr lang="en-GB" dirty="0"/>
              <a:t>(){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/>
              <a:t>option = </a:t>
            </a:r>
            <a:r>
              <a:rPr lang="en-GB" dirty="0" err="1">
                <a:solidFill>
                  <a:srgbClr val="000000"/>
                </a:solidFill>
                <a:effectLst/>
              </a:rPr>
              <a:t>ScannerInput</a:t>
            </a:r>
            <a:r>
              <a:rPr lang="en-GB" dirty="0" err="1"/>
              <a:t>.</a:t>
            </a:r>
            <a:r>
              <a:rPr lang="en-GB" i="1" dirty="0" err="1">
                <a:effectLst/>
              </a:rPr>
              <a:t>readNextInt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"Choose a number between 1 and 3:"</a:t>
            </a:r>
            <a:r>
              <a:rPr lang="en-GB" dirty="0"/>
              <a:t>);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while </a:t>
            </a:r>
            <a:r>
              <a:rPr lang="en-GB" dirty="0"/>
              <a:t>(option !=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/>
              <a:t>){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(option){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1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1"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2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2"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3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3"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option entered: " </a:t>
            </a:r>
            <a:r>
              <a:rPr lang="en-GB" dirty="0"/>
              <a:t>+ option);</a:t>
            </a:r>
            <a:br>
              <a:rPr lang="en-GB" dirty="0"/>
            </a:br>
            <a:r>
              <a:rPr lang="en-GB" dirty="0"/>
              <a:t>    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option = </a:t>
            </a:r>
            <a:r>
              <a:rPr lang="en-GB" dirty="0" err="1">
                <a:solidFill>
                  <a:srgbClr val="000000"/>
                </a:solidFill>
                <a:effectLst/>
              </a:rPr>
              <a:t>ScannerInput</a:t>
            </a:r>
            <a:r>
              <a:rPr lang="en-GB" dirty="0" err="1"/>
              <a:t>.</a:t>
            </a:r>
            <a:r>
              <a:rPr lang="en-GB" i="1" dirty="0" err="1">
                <a:effectLst/>
              </a:rPr>
              <a:t>readNextInt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"Choose a number between 1 and 3:"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116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23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B13D9-B7A5-0614-4651-2F9977D9191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6F98E-998E-0C49-19D0-BD928FADEDE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350EAD-DC44-A3A0-38C6-89949173DFA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A5BAE7-F025-E7AA-CC28-2912EB5FA02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02B62B-327E-46A8-7FF2-4CBB132E7A84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404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3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7CBAE-0172-1E89-E84D-992B775618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50A73E-1B0E-99B0-1273-3679BDBB151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674E79-66F0-A4C7-FF39-5F928B7C9A5B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B04098-8A23-57A3-2915-25731CE7473F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0F046F-A0FD-AEEA-A26E-2092B022C8E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114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2CD0C1-F3B9-C92E-D990-6E9A57623D5A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2DBB3-4EEF-3DFF-199A-BA6AB3793D3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457289-6BB4-E107-2E46-8D2073E3415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C96B24-4FB1-4675-7F08-ABD63249597F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862CED-71C0-9572-D65B-2963289C1AA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700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1A815F-BB18-F13C-32C4-8E79100BCF8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0757EC-8007-C46D-7D50-F765C16D5B9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082DFA-2D0D-E3FC-D879-A6D24EF7B7A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E06108-528A-AEA9-20DD-EFEDC52F575D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7DD1D8-BAD2-CE0E-ACF8-F8BD5983013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99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7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63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7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22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11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2434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7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7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0445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Menu Driven Apps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77000" y="58922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3810000" y="3817204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CFDB5CD-E783-4C31-B4C7-D02ABF6F299A}"/>
              </a:ext>
            </a:extLst>
          </p:cNvPr>
          <p:cNvSpPr txBox="1">
            <a:spLocks/>
          </p:cNvSpPr>
          <p:nvPr/>
        </p:nvSpPr>
        <p:spPr>
          <a:xfrm>
            <a:off x="2328041" y="22860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Loops, menus and the switch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64D21-D146-088E-8417-8B9C8F8498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556259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/>
          </a:bodyPr>
          <a:lstStyle/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19112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06552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/>
          </a:bodyPr>
          <a:lstStyle/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5489" y="19812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3779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C12E1D-2023-E10E-05D2-74395218F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067" y="1811062"/>
            <a:ext cx="9105208" cy="4772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Now loop on the switch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725" y="2921168"/>
            <a:ext cx="2057400" cy="1015663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sz="2000" dirty="0"/>
              <a:t>Note the use of the Loop Control Variable, </a:t>
            </a:r>
            <a:r>
              <a:rPr lang="en-IE" sz="2000" b="1" dirty="0">
                <a:solidFill>
                  <a:schemeClr val="bg1"/>
                </a:solidFill>
              </a:rPr>
              <a:t>option</a:t>
            </a:r>
            <a:r>
              <a:rPr lang="en-IE" sz="2000" dirty="0"/>
              <a:t>.</a:t>
            </a:r>
          </a:p>
        </p:txBody>
      </p:sp>
      <p:cxnSp>
        <p:nvCxnSpPr>
          <p:cNvPr id="6" name="Straight Arrow Connector 5"/>
          <p:cNvCxnSpPr>
            <a:cxnSpLocks/>
            <a:stCxn id="3" idx="3"/>
          </p:cNvCxnSpPr>
          <p:nvPr/>
        </p:nvCxnSpPr>
        <p:spPr>
          <a:xfrm flipV="1">
            <a:off x="2382125" y="2590800"/>
            <a:ext cx="894475" cy="8382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  <a:stCxn id="3" idx="3"/>
          </p:cNvCxnSpPr>
          <p:nvPr/>
        </p:nvCxnSpPr>
        <p:spPr>
          <a:xfrm flipV="1">
            <a:off x="2382125" y="3276600"/>
            <a:ext cx="1503017" cy="1524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>
            <a:off x="2385842" y="3428999"/>
            <a:ext cx="1270700" cy="197337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C4512F6-ACFF-FD03-44E5-9B685942F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100" y="185738"/>
            <a:ext cx="29083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6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gives the following 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D0505E-9DB0-F353-3484-D6B73501C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1" y="1676400"/>
            <a:ext cx="3343836" cy="175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5B3E2B-0317-A661-4AA1-7675EBFC9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720014"/>
            <a:ext cx="6477000" cy="390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7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145478-B60A-2308-443F-3B3BF6DCC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0"/>
            <a:ext cx="9525000" cy="5038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00CB6-BA6A-47E2-9B03-089A26EB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If you wanted more than one line of code associated with a case, just declare a code block:</a:t>
            </a:r>
            <a:endParaRPr lang="en-VI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82A09FB7-4351-4726-B838-47229D14FDBB}"/>
              </a:ext>
            </a:extLst>
          </p:cNvPr>
          <p:cNvSpPr/>
          <p:nvPr/>
        </p:nvSpPr>
        <p:spPr>
          <a:xfrm>
            <a:off x="6553200" y="3352800"/>
            <a:ext cx="1828800" cy="685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78658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17751-44D1-C698-BC10-C7C3F57F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0B9E48-9537-D2FC-90C6-4705F871B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1"/>
            <a:ext cx="2667000" cy="14106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10AE2F-37C9-54F6-9E66-B4ECED0A3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If you wanted more than one line of code associated with a case, just declare a code block:</a:t>
            </a:r>
            <a:endParaRPr lang="en-V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8884A-5517-6653-5017-AD1119780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3087070"/>
            <a:ext cx="8281434" cy="262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92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/>
          </a:bodyPr>
          <a:lstStyle/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5908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943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Adding a basic menu to Shop…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6CA71C-CE8B-1078-AB51-B6360C48C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28" y="1905000"/>
            <a:ext cx="10701728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5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A42DC-EEEB-F2F3-8D52-6676E3E41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39E46-23CE-C4DB-FDE0-A1E609039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a new way to print to console in a formatted way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20F0DB-C290-383C-AFD1-6F6F69153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559050"/>
            <a:ext cx="4457700" cy="1739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A16E1F-E257-543D-6123-79C2E3BC1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300" y="2690019"/>
            <a:ext cx="4025900" cy="1168400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B2B08C5A-2417-B3B6-C724-776765CFBCBF}"/>
              </a:ext>
            </a:extLst>
          </p:cNvPr>
          <p:cNvSpPr/>
          <p:nvPr/>
        </p:nvSpPr>
        <p:spPr>
          <a:xfrm>
            <a:off x="5689094" y="2938792"/>
            <a:ext cx="141020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5">
            <a:extLst>
              <a:ext uri="{FF2B5EF4-FFF2-40B4-BE49-F238E27FC236}">
                <a16:creationId xmlns:a16="http://schemas.microsoft.com/office/drawing/2014/main" id="{1B03277A-5A8A-0B59-4044-7202F0FB1D04}"/>
              </a:ext>
            </a:extLst>
          </p:cNvPr>
          <p:cNvSpPr/>
          <p:nvPr/>
        </p:nvSpPr>
        <p:spPr>
          <a:xfrm>
            <a:off x="4190494" y="4452553"/>
            <a:ext cx="2997200" cy="21084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using </a:t>
            </a:r>
            <a:r>
              <a:rPr lang="en-IE" sz="2400" dirty="0">
                <a:solidFill>
                  <a:srgbClr val="FFC000"/>
                </a:solidFill>
              </a:rPr>
              <a:t>Raw</a:t>
            </a:r>
            <a:r>
              <a:rPr lang="en-IE" sz="2400" dirty="0"/>
              <a:t> </a:t>
            </a:r>
            <a:r>
              <a:rPr lang="en-IE" sz="2400" dirty="0">
                <a:solidFill>
                  <a:srgbClr val="FFC000"/>
                </a:solidFill>
              </a:rPr>
              <a:t>Strings </a:t>
            </a:r>
            <a:r>
              <a:rPr lang="en-IE" sz="2400" dirty="0"/>
              <a:t>(the triple double quotes) to format the output for the menu.</a:t>
            </a:r>
          </a:p>
        </p:txBody>
      </p:sp>
    </p:spTree>
    <p:extLst>
      <p:ext uri="{BB962C8B-B14F-4D97-AF65-F5344CB8AC3E}">
        <p14:creationId xmlns:p14="http://schemas.microsoft.com/office/powerpoint/2010/main" val="12405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5D4F7-D5D7-4FA3-4B6F-34A169CD9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3100"/>
            <a:ext cx="7772400" cy="39365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24850E-FD0D-4AE2-A26F-3F544CDC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Menu to be displayed…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43BBB1-AACF-4EC4-AE5D-93125460DFAD}"/>
              </a:ext>
            </a:extLst>
          </p:cNvPr>
          <p:cNvSpPr/>
          <p:nvPr/>
        </p:nvSpPr>
        <p:spPr>
          <a:xfrm>
            <a:off x="47244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ACB7E2-9577-50E0-B970-BA66E972C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588" y="2468562"/>
            <a:ext cx="4436464" cy="164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5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B6B7CD-7046-4F39-BCAC-FD24F0026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7" y="1524000"/>
            <a:ext cx="8458670" cy="5139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38A9DA-942C-4113-A6A1-84A40A90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Handling the menu input…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2388D1-2654-4BAE-B675-C645D6D4A998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</p:spTree>
    <p:extLst>
      <p:ext uri="{BB962C8B-B14F-4D97-AF65-F5344CB8AC3E}">
        <p14:creationId xmlns:p14="http://schemas.microsoft.com/office/powerpoint/2010/main" val="2881694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91C4212-052E-457C-888D-1D7B5E7F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Calling the menu on </a:t>
            </a:r>
            <a:r>
              <a:rPr lang="en-IE" dirty="0" err="1"/>
              <a:t>startup</a:t>
            </a:r>
            <a:r>
              <a:rPr lang="en-IE" dirty="0"/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2FF87-269A-470F-9CC8-EA718764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40" y="1676400"/>
            <a:ext cx="5829560" cy="3658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87FBBB-0F47-4C66-9759-B7B6BCDD3D33}"/>
              </a:ext>
            </a:extLst>
          </p:cNvPr>
          <p:cNvSpPr/>
          <p:nvPr/>
        </p:nvSpPr>
        <p:spPr>
          <a:xfrm>
            <a:off x="4876800" y="1523254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901996-7D4B-4D26-AEE2-FEA6F3FD6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657600"/>
            <a:ext cx="5510429" cy="27195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9862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NOTE: A simple menu using the </a:t>
            </a:r>
            <a:r>
              <a:rPr lang="en-IE" dirty="0">
                <a:solidFill>
                  <a:srgbClr val="C00000"/>
                </a:solidFill>
              </a:rPr>
              <a:t>older</a:t>
            </a:r>
            <a:r>
              <a:rPr lang="en-IE" dirty="0"/>
              <a:t> format of the switch statement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4" t="36290" r="35718" b="20564"/>
          <a:stretch/>
        </p:blipFill>
        <p:spPr bwMode="auto">
          <a:xfrm>
            <a:off x="2458065" y="1600200"/>
            <a:ext cx="7068472" cy="48004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28D474-972B-44C1-A5C3-27CE57B27A2E}"/>
              </a:ext>
            </a:extLst>
          </p:cNvPr>
          <p:cNvSpPr/>
          <p:nvPr/>
        </p:nvSpPr>
        <p:spPr>
          <a:xfrm>
            <a:off x="8324235" y="2819400"/>
            <a:ext cx="2819400" cy="2057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A </a:t>
            </a:r>
            <a:r>
              <a:rPr lang="en-GB" sz="2000" b="1" dirty="0">
                <a:solidFill>
                  <a:srgbClr val="C00000"/>
                </a:solidFill>
              </a:rPr>
              <a:t>break</a:t>
            </a:r>
            <a:r>
              <a:rPr lang="en-GB" sz="2000" dirty="0"/>
              <a:t> statement is needed after each case, otherwise execution “falls” into the next statement regardless.</a:t>
            </a:r>
            <a:endParaRPr lang="en-VI" sz="2000" dirty="0"/>
          </a:p>
        </p:txBody>
      </p:sp>
    </p:spTree>
    <p:extLst>
      <p:ext uri="{BB962C8B-B14F-4D97-AF65-F5344CB8AC3E}">
        <p14:creationId xmlns:p14="http://schemas.microsoft.com/office/powerpoint/2010/main" val="525648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A9D487F-3157-9FE9-7E30-C739B06EA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19" y="1600201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a-loops</Template>
  <TotalTime>6507</TotalTime>
  <Words>364</Words>
  <Application>Microsoft Macintosh PowerPoint</Application>
  <PresentationFormat>Widescreen</PresentationFormat>
  <Paragraphs>40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a-processing-mouse-event-methods</vt:lpstr>
      <vt:lpstr>Menu Driven Apps</vt:lpstr>
      <vt:lpstr>Topics list</vt:lpstr>
      <vt:lpstr>Topics list</vt:lpstr>
      <vt:lpstr>Now loop on the switch statement</vt:lpstr>
      <vt:lpstr>This gives the following output</vt:lpstr>
      <vt:lpstr>If you wanted more than one line of code associated with a case, just declare a code block:</vt:lpstr>
      <vt:lpstr>If you wanted more than one line of code associated with a case, just declare a code block:</vt:lpstr>
      <vt:lpstr>Topics list</vt:lpstr>
      <vt:lpstr>Adding a basic menu to Shop…</vt:lpstr>
      <vt:lpstr>More on print</vt:lpstr>
      <vt:lpstr>Menu to be displayed…</vt:lpstr>
      <vt:lpstr>Handling the menu input…</vt:lpstr>
      <vt:lpstr>Calling the menu on startup…</vt:lpstr>
      <vt:lpstr>NOTE: A simple menu using the older format of the switch statement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 Driven Systems</dc:title>
  <dc:creator>Siobhan Drohan</dc:creator>
  <cp:lastModifiedBy>Mairead Meagher</cp:lastModifiedBy>
  <cp:revision>101</cp:revision>
  <dcterms:created xsi:type="dcterms:W3CDTF">2006-08-16T00:00:00Z</dcterms:created>
  <dcterms:modified xsi:type="dcterms:W3CDTF">2025-11-12T23:21:52Z</dcterms:modified>
</cp:coreProperties>
</file>