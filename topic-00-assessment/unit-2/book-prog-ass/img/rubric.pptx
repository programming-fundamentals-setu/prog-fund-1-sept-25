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75"/>
  </p:normalViewPr>
  <p:slideViewPr>
    <p:cSldViewPr snapToGrid="0">
      <p:cViewPr varScale="1">
        <p:scale>
          <a:sx n="93" d="100"/>
          <a:sy n="93" d="100"/>
        </p:scale>
        <p:origin x="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BE5C-9C60-4723-D996-1862985A3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4CBDE-1709-C45E-87B7-C2AC63FF7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197A-95A0-7658-84AD-FAD6686A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1AAF-178A-C887-B5AC-22215B9D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54025-BE2F-1E48-EF3A-16A3CEED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21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C96E-7838-EA26-3FA1-245463A7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91B5-EFD6-FFC4-2714-5BC393FD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E3226-D8EC-B706-FB89-169373D1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ACA0C-A97A-DB27-0C59-B0B94B43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060A5-0064-4751-AE52-831C860F3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7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48F5-F5DC-82BD-015B-0C38332B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76BF-AB5F-6B82-68CC-A281561A2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9DE4C-04ED-5A46-2E1E-AD0786FF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F7D6F-B041-3548-A12B-3ED7AA20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47F0D-BB4D-F45A-03A1-20BBF5C3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35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9BAA-4727-3CA4-C3F1-F5230474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F333B-0FD7-6602-2689-231393DA9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33A91-DADB-A727-D49D-BC1A850D0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ADA8D-B5C1-045D-BEB0-135F978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AB52D-4FB7-9C40-6A21-C5B889B7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012D7-37DC-AF70-4F04-46EB74709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6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33E1-55E6-F7D2-4940-C0C2B3D92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8E13E-6477-0DE5-9189-41B745713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F93FD-4E15-A5EC-DD05-3D0928D13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22BB4-50D1-79E7-BFA1-5541FEFA8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7C67A-AA08-D500-FC72-B56E41B0AF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B7283-46AE-1D20-CB5D-8D124FDB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7E14FA-1722-9578-6DDB-F87AAC1C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E5BB9-9A3D-BEC2-8CA3-7C709DB7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2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352C1-8FAB-FCEB-66FD-D7A961E9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286C4-394B-8077-02C4-5FE45715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85837-D8F3-07BB-187D-54540B3D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08388-EB1E-13C6-C457-0113F5C8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3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BD07C-A702-D183-1344-980BAA68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998636-6A5F-4BAE-6050-E1537E23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D9FC9-2E99-26B0-2239-5C7436CF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75C2-AF1A-12F4-1581-59391C22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61A27-46EC-E99C-AFA7-C4E5AE761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70D8C-D184-8F16-A2FC-2535B5F79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81102-6016-3510-3344-D7C0AE068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C5533-3095-2096-06E5-9E92BD50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47456-ECE8-AD7F-E485-0CEBD9B5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0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67AD3-1FAA-E67C-1A67-82577E32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08FAB-820D-9D40-69A3-174E9B882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D7FB9-E9A7-1553-C72F-AEC4070B3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B35DE-6237-0339-9C4D-755DE55A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95355-7408-A14A-C3D1-B39DAF7A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3A13-2B24-A4BA-F537-C5963589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6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88D4-71BF-DDCD-4AB1-DE298377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5C25C5-B802-7AA7-1BFA-64A82EE0A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D23FF-15F5-8D5F-E52F-785CCACDE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5A87-0E9E-1959-9534-5F6E01D5C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CC8DD-5F2E-5692-8096-301B4D5D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76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8683A-6954-D248-3657-19E7DD18C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144E3-CBA7-A2BA-22EF-9DC9AD1D7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557B6-B906-84C7-8736-588031B1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4715-B49C-4727-CCE3-7C18E552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59C3D-4F5D-5CBB-5D19-CA19B790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2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3DCDF-0DD3-F0F4-1FF2-0718ABA5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EE064-676E-3D42-DDB1-28245A11B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2CFA8-37FE-5834-6235-6111B9890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3DDC-2186-0A44-8BFA-D1F0D106FBE8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B353C-E115-9EB6-7A3C-8335E952F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A8785-0C7C-2941-1D3F-945FE2EF1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4F530-DA53-F741-9650-F054FCA269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4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B6144B-F4DD-6667-B48B-B03B3234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714" y="1054100"/>
            <a:ext cx="3086100" cy="208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A5700A-41A6-E06A-F736-2928D6BE9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28" y="1041400"/>
            <a:ext cx="4114800" cy="209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F6B880-7A44-C659-D98B-991D6F7C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023" y="4008582"/>
            <a:ext cx="4000500" cy="2082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DC76E7-F307-4429-7B4B-43F7E92194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719" y="4008582"/>
            <a:ext cx="2006600" cy="2057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6C83B7-E614-95EA-DB95-1A585736F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3418" y="3957782"/>
            <a:ext cx="10160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30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1</cp:revision>
  <dcterms:created xsi:type="dcterms:W3CDTF">2025-11-07T02:52:05Z</dcterms:created>
  <dcterms:modified xsi:type="dcterms:W3CDTF">2025-11-07T03:05:48Z</dcterms:modified>
</cp:coreProperties>
</file>