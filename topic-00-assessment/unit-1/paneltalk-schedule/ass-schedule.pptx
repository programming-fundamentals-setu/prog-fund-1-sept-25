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68"/>
  </p:normalViewPr>
  <p:slideViewPr>
    <p:cSldViewPr snapToGrid="0">
      <p:cViewPr varScale="1">
        <p:scale>
          <a:sx n="89" d="100"/>
          <a:sy n="89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D91D3-EB15-6107-7646-01DCD0983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00EC3-3AC0-A036-1CC6-88DCF0406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FD451-545D-1837-C093-3A72A9E4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98CAB-7FC2-E7CA-1D2C-7A0D2952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FC603-6A0B-44A9-7ACD-B7895EAF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B685-C577-BCC5-CAB2-3000D00A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B40EC-AB36-5E54-6466-4EE9F75BF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53CBB-7BD7-B71D-1C36-9E7F3E5A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B25-366B-A68A-B8BE-E9608664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46817-603E-F399-D33D-CAB0D319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20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4F8C8-7482-2974-F075-C8121F8E5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F20EB-8C50-D390-9DDB-E4F1081CC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1F686-F2A6-3CCD-6DFD-6AABD727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2B1E4-514D-D23B-C6E4-D405A53E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F06C2-E540-A2FD-F8D5-1C58192E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2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68F4-83F2-F0C7-8512-91A4FB787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8FF79-9A4A-5E2D-D357-8564ABCDC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F6758-25BD-9FBC-ACC4-0B2A560E5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DBEB2-E99B-FFD7-49C5-C4AAB541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2DB9F-E0A8-9F4B-5230-AA34B7ECB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F176F-DBDB-8400-E74D-7B2D733F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30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9EE0-7964-04F8-1DA1-68D5CF206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808FA-D827-D672-3543-2146F467D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42CB8-CEE4-B3D7-D68F-A1789507E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1C8C0-BF68-BC30-C3CB-8BB6D8E75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4B0EC8-6B95-D23C-FFA2-C8067B938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DD694-E792-F8DC-CB45-0C025BF77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0A694-E04E-DCFA-7D3B-3AF6D8F8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43CB3-77F2-3351-A20C-781B85D06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5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39D6-8DE2-AADE-D992-AD3BFE75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AD7EC4-68C6-849C-51B6-65ED3A2BE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451C00-DDD6-5DDE-7AE7-17C1E4CF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E77B8-A7C3-38C9-78FB-628477DE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32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88B51-5D6C-ECFA-CA78-DE73DA3B4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E8431-45F3-0D0D-0AA1-016DE735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236EF-D9C0-6B5B-BC33-3B8F1664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18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08BDF-2AEF-27F7-3FF9-EEC57F04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AEC99-4270-50EF-33A7-BF345C133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90AF1-AFC0-FCF1-D1C0-048F99B7C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8EDB4-E317-6680-34DD-2568979D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84D88-4AAA-D151-BBA8-4EEEADD8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03B9A-1E89-EC88-E166-4594065D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82A5-C87A-604C-9F61-8D1D9E31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E63CB7-B6D4-8CA4-12C4-017196A38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62A95-D56F-7615-90A0-479E4A585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72B8F-8FFB-7DDB-0046-08DE85FCF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A7D88-497F-B1FC-0383-A048A3489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05BE5-B4B7-F00A-9119-7CD98109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10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DE52-998D-748C-99A5-2E53474AB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A2251-4386-2CC3-9625-F845AD477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EA2CA-A1F5-6E7B-69E8-95BD81B8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E81AE-3134-848E-8A67-FA5118F5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8391A-77F7-17A4-2A10-3FD3FA6E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8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7189AF-CB8A-0171-D701-05F7BBF18E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5D668-E13C-A9F3-514E-1EFDB1DF6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06984-085A-42BF-1DA9-C6DC2EB2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2A0FC-22B7-5D5C-FEFD-211232E9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ED7CD-B374-068D-9E55-91BA3CF2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4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E3646C-BCC5-6BF4-FF9E-E7DF24EB3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43615-4D8F-553C-25E7-FF3F72730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0D2AF-B8C0-B322-2138-4F37D3AFB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5EE40-3CAD-7547-83FB-B1B5426D41E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0F63C-61DF-B929-27AB-33473FA4F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67A8D-5821-EA55-FC87-5DBEAD186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B9D66-EF40-FF48-A229-EBDAA5EFB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4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C45B32C0-8217-8E18-7025-451F664B7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2543"/>
            <a:ext cx="12058650" cy="450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0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3</cp:revision>
  <dcterms:created xsi:type="dcterms:W3CDTF">2025-09-30T10:01:40Z</dcterms:created>
  <dcterms:modified xsi:type="dcterms:W3CDTF">2025-11-07T03:38:31Z</dcterms:modified>
</cp:coreProperties>
</file>