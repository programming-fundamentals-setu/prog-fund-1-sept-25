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revisionInfo.xml" ContentType="application/vnd.ms-powerpoint.revisioninfo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15"/>
  </p:notesMasterIdLst>
  <p:sldIdLst>
    <p:sldId id="256" r:id="rId5"/>
    <p:sldId id="325" r:id="rId6"/>
    <p:sldId id="348" r:id="rId7"/>
    <p:sldId id="351" r:id="rId8"/>
    <p:sldId id="352" r:id="rId9"/>
    <p:sldId id="353" r:id="rId10"/>
    <p:sldId id="354" r:id="rId11"/>
    <p:sldId id="355" r:id="rId12"/>
    <p:sldId id="356" r:id="rId13"/>
    <p:sldId id="357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74751"/>
    <a:srgbClr val="FCCA3A"/>
    <a:srgbClr val="435765"/>
    <a:srgbClr val="AF150F"/>
    <a:srgbClr val="0062A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1E6297C-D2E9-B74D-A638-D3DAB6EF9BE6}" v="29" dt="2023-02-03T11:49:54.76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EB344D84-9AFB-497E-A393-DC336BA19D2E}" styleName="Medium Style 3 - Accent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216" autoAdjust="0"/>
    <p:restoredTop sz="76901"/>
  </p:normalViewPr>
  <p:slideViewPr>
    <p:cSldViewPr snapToGrid="0">
      <p:cViewPr varScale="1">
        <p:scale>
          <a:sx n="53" d="100"/>
          <a:sy n="53" d="100"/>
        </p:scale>
        <p:origin x="384" y="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presProps" Target="presProps.xml"/><Relationship Id="rId20" Type="http://schemas.microsoft.com/office/2015/10/relationships/revisionInfo" Target="revisionInfo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6.xml"/><Relationship Id="rId19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3FB268A-CA3A-0048-9013-6E7C8FF5127F}" type="datetimeFigureOut">
              <a:rPr lang="en-US" smtClean="0"/>
              <a:t>3/14/2024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88B84A0-CA4D-2741-806C-17A9264492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14229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88B84A0-CA4D-2741-806C-17A9264492B5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083695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sv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sv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sv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sv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sv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3.svg"/><Relationship Id="rId4" Type="http://schemas.openxmlformats.org/officeDocument/2006/relationships/image" Target="../media/image2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3.svg"/><Relationship Id="rId5" Type="http://schemas.openxmlformats.org/officeDocument/2006/relationships/image" Target="../media/image2.png"/><Relationship Id="rId4" Type="http://schemas.microsoft.com/office/2007/relationships/hdphoto" Target="../media/hdphoto1.wdp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svg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svg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svg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sv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20BDA7-D71E-A617-27B7-787DE42F72E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23FDDF3-9F54-4D1C-4DAE-AEDCD366F1D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pic>
        <p:nvPicPr>
          <p:cNvPr id="8" name="Picture 7" descr="Text&#10;&#10;Description automatically generated">
            <a:extLst>
              <a:ext uri="{FF2B5EF4-FFF2-40B4-BE49-F238E27FC236}">
                <a16:creationId xmlns:a16="http://schemas.microsoft.com/office/drawing/2014/main" id="{FFB5B4B7-D13B-783E-5F1E-412BDC5D91C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467415" y="6013271"/>
            <a:ext cx="1743635" cy="9774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16071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83661B-17E5-AEB4-5039-12B9E644B0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E5D0D1-C408-E0A1-E29C-6EC06180378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3546475"/>
          </a:xfrm>
        </p:spPr>
        <p:txBody>
          <a:bodyPr/>
          <a:lstStyle>
            <a:lvl1pPr>
              <a:lnSpc>
                <a:spcPct val="150000"/>
              </a:lnSpc>
              <a:defRPr/>
            </a:lvl1pPr>
            <a:lvl2pPr>
              <a:lnSpc>
                <a:spcPct val="150000"/>
              </a:lnSpc>
              <a:defRPr/>
            </a:lvl2pPr>
            <a:lvl3pPr>
              <a:lnSpc>
                <a:spcPct val="150000"/>
              </a:lnSpc>
              <a:defRPr/>
            </a:lvl3pPr>
            <a:lvl4pPr>
              <a:lnSpc>
                <a:spcPct val="150000"/>
              </a:lnSpc>
              <a:defRPr/>
            </a:lvl4pPr>
            <a:lvl5pPr>
              <a:lnSpc>
                <a:spcPct val="150000"/>
              </a:lnSpc>
              <a:defRPr/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D547124-F0EB-380D-6A94-29423FE38752}"/>
              </a:ext>
            </a:extLst>
          </p:cNvPr>
          <p:cNvSpPr/>
          <p:nvPr userDrawn="1"/>
        </p:nvSpPr>
        <p:spPr>
          <a:xfrm>
            <a:off x="-440871" y="6104965"/>
            <a:ext cx="13062857" cy="885799"/>
          </a:xfrm>
          <a:prstGeom prst="rect">
            <a:avLst/>
          </a:prstGeom>
          <a:solidFill>
            <a:srgbClr val="43576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Picture 7" descr="Text&#10;&#10;Description automatically generated">
            <a:extLst>
              <a:ext uri="{FF2B5EF4-FFF2-40B4-BE49-F238E27FC236}">
                <a16:creationId xmlns:a16="http://schemas.microsoft.com/office/drawing/2014/main" id="{EAC70C1C-2BF7-2D24-0C1A-5761BAA4636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467415" y="6013271"/>
            <a:ext cx="1743635" cy="977493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4CFB1B1F-BD41-EF6A-29B6-DFF0CE207B39}"/>
              </a:ext>
            </a:extLst>
          </p:cNvPr>
          <p:cNvSpPr txBox="1"/>
          <p:nvPr userDrawn="1"/>
        </p:nvSpPr>
        <p:spPr>
          <a:xfrm>
            <a:off x="259216" y="6209629"/>
            <a:ext cx="213231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rgbClr val="FCCA3A"/>
                </a:solidFill>
                <a:latin typeface="Inter Medium" panose="02000503000000020004" pitchFamily="2" charset="0"/>
                <a:ea typeface="Inter Medium" panose="02000503000000020004" pitchFamily="2" charset="0"/>
              </a:rPr>
              <a:t>Dave Hearne</a:t>
            </a:r>
          </a:p>
          <a:p>
            <a:r>
              <a:rPr lang="en-US" sz="1600" dirty="0" err="1">
                <a:solidFill>
                  <a:srgbClr val="FCCA3A"/>
                </a:solidFill>
                <a:latin typeface="Inter Medium" panose="02000503000000020004" pitchFamily="2" charset="0"/>
                <a:ea typeface="Inter Medium" panose="02000503000000020004" pitchFamily="2" charset="0"/>
              </a:rPr>
              <a:t>dave.hearne@wit.ie</a:t>
            </a:r>
            <a:endParaRPr lang="en-US" sz="1600" dirty="0">
              <a:solidFill>
                <a:srgbClr val="FCCA3A"/>
              </a:solidFill>
              <a:latin typeface="Inter Medium" panose="02000503000000020004" pitchFamily="2" charset="0"/>
              <a:ea typeface="Inter Medium" panose="02000503000000020004" pitchFamily="2" charset="0"/>
            </a:endParaRPr>
          </a:p>
        </p:txBody>
      </p:sp>
      <p:sp>
        <p:nvSpPr>
          <p:cNvPr id="10" name="Slide Number Placeholder 4">
            <a:extLst>
              <a:ext uri="{FF2B5EF4-FFF2-40B4-BE49-F238E27FC236}">
                <a16:creationId xmlns:a16="http://schemas.microsoft.com/office/drawing/2014/main" id="{4D162732-2B8A-90F2-EB70-67F0CC6CE5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718957" y="6365301"/>
            <a:ext cx="2743200" cy="365125"/>
          </a:xfrm>
          <a:prstGeom prst="rect">
            <a:avLst/>
          </a:prstGeom>
        </p:spPr>
        <p:txBody>
          <a:bodyPr/>
          <a:lstStyle>
            <a:lvl1pPr algn="ctr">
              <a:defRPr sz="1400">
                <a:solidFill>
                  <a:schemeClr val="bg1"/>
                </a:solidFill>
                <a:latin typeface="Inter" panose="02000503000000020004" pitchFamily="2" charset="0"/>
                <a:ea typeface="Inter" panose="02000503000000020004" pitchFamily="2" charset="0"/>
              </a:defRPr>
            </a:lvl1pPr>
          </a:lstStyle>
          <a:p>
            <a:endParaRPr lang="en-US" dirty="0"/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27706159-FD7A-7A51-FEE5-D8D445CD1DEA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xmlns="" r:embed="rId4"/>
              </a:ext>
            </a:extLst>
          </a:blip>
          <a:stretch>
            <a:fillRect/>
          </a:stretch>
        </p:blipFill>
        <p:spPr>
          <a:xfrm>
            <a:off x="9203245" y="6176176"/>
            <a:ext cx="1120090" cy="6037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00901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97BE43-B9A7-BC93-E56F-486BC93A97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27574"/>
            <a:ext cx="10515600" cy="860425"/>
          </a:xfrm>
        </p:spPr>
        <p:txBody>
          <a:bodyPr anchor="b">
            <a:normAutofit/>
          </a:bodyPr>
          <a:lstStyle>
            <a:lvl1pPr>
              <a:defRPr sz="4400"/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CCDDD06-17FD-1299-4C21-B4BD9A733F9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248336"/>
            <a:ext cx="10515600" cy="4253486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 dirty="0"/>
              <a:t>Click to edit Master text styles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A2D0BB6-0690-69C2-7913-4E641FA5263B}"/>
              </a:ext>
            </a:extLst>
          </p:cNvPr>
          <p:cNvSpPr/>
          <p:nvPr userDrawn="1"/>
        </p:nvSpPr>
        <p:spPr>
          <a:xfrm>
            <a:off x="-440871" y="6104965"/>
            <a:ext cx="13062857" cy="885799"/>
          </a:xfrm>
          <a:prstGeom prst="rect">
            <a:avLst/>
          </a:prstGeom>
          <a:solidFill>
            <a:srgbClr val="43576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Picture 7" descr="Text&#10;&#10;Description automatically generated">
            <a:extLst>
              <a:ext uri="{FF2B5EF4-FFF2-40B4-BE49-F238E27FC236}">
                <a16:creationId xmlns:a16="http://schemas.microsoft.com/office/drawing/2014/main" id="{4942315C-0F65-972F-774D-73078C31C3D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467415" y="6013271"/>
            <a:ext cx="1743635" cy="977493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945D37C6-695B-A413-C7D8-CC729BE4A5E7}"/>
              </a:ext>
            </a:extLst>
          </p:cNvPr>
          <p:cNvSpPr txBox="1"/>
          <p:nvPr userDrawn="1"/>
        </p:nvSpPr>
        <p:spPr>
          <a:xfrm>
            <a:off x="259216" y="6209629"/>
            <a:ext cx="213231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rgbClr val="FCCA3A"/>
                </a:solidFill>
                <a:latin typeface="Inter Medium" panose="02000503000000020004" pitchFamily="2" charset="0"/>
                <a:ea typeface="Inter Medium" panose="02000503000000020004" pitchFamily="2" charset="0"/>
              </a:rPr>
              <a:t>Dave Hearne</a:t>
            </a:r>
          </a:p>
          <a:p>
            <a:r>
              <a:rPr lang="en-US" sz="1600" dirty="0" err="1">
                <a:solidFill>
                  <a:srgbClr val="FCCA3A"/>
                </a:solidFill>
                <a:latin typeface="Inter Medium" panose="02000503000000020004" pitchFamily="2" charset="0"/>
                <a:ea typeface="Inter Medium" panose="02000503000000020004" pitchFamily="2" charset="0"/>
              </a:rPr>
              <a:t>dave.hearne@wit.ie</a:t>
            </a:r>
            <a:endParaRPr lang="en-US" sz="1600" dirty="0">
              <a:solidFill>
                <a:srgbClr val="FCCA3A"/>
              </a:solidFill>
              <a:latin typeface="Inter Medium" panose="02000503000000020004" pitchFamily="2" charset="0"/>
              <a:ea typeface="Inter Medium" panose="02000503000000020004" pitchFamily="2" charset="0"/>
            </a:endParaRPr>
          </a:p>
        </p:txBody>
      </p:sp>
      <p:sp>
        <p:nvSpPr>
          <p:cNvPr id="10" name="Slide Number Placeholder 4">
            <a:extLst>
              <a:ext uri="{FF2B5EF4-FFF2-40B4-BE49-F238E27FC236}">
                <a16:creationId xmlns:a16="http://schemas.microsoft.com/office/drawing/2014/main" id="{AF08D71D-633D-03D6-837B-2EC45E80E6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718957" y="6365301"/>
            <a:ext cx="2743200" cy="365125"/>
          </a:xfrm>
          <a:prstGeom prst="rect">
            <a:avLst/>
          </a:prstGeom>
        </p:spPr>
        <p:txBody>
          <a:bodyPr/>
          <a:lstStyle>
            <a:lvl1pPr algn="ctr">
              <a:defRPr sz="1400">
                <a:solidFill>
                  <a:schemeClr val="bg1"/>
                </a:solidFill>
                <a:latin typeface="Inter" panose="02000503000000020004" pitchFamily="2" charset="0"/>
                <a:ea typeface="Inter" panose="02000503000000020004" pitchFamily="2" charset="0"/>
              </a:defRPr>
            </a:lvl1pPr>
          </a:lstStyle>
          <a:p>
            <a:endParaRPr lang="en-US" dirty="0"/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67F271E0-EC9F-70B2-AF3B-ED4F3927D4AD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xmlns="" r:embed="rId4"/>
              </a:ext>
            </a:extLst>
          </a:blip>
          <a:stretch>
            <a:fillRect/>
          </a:stretch>
        </p:blipFill>
        <p:spPr>
          <a:xfrm>
            <a:off x="9203245" y="6176176"/>
            <a:ext cx="1120090" cy="6037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58424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583A76-6FDB-3575-CC11-5859A712D7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08481B-3779-5250-135C-D2B0AFD851A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339951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3150A12-6140-2CE2-EA49-75459114883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339951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9F03AFF-B4F8-FCBD-2728-065160B5E346}"/>
              </a:ext>
            </a:extLst>
          </p:cNvPr>
          <p:cNvSpPr/>
          <p:nvPr userDrawn="1"/>
        </p:nvSpPr>
        <p:spPr>
          <a:xfrm>
            <a:off x="-440871" y="6104965"/>
            <a:ext cx="13062857" cy="885799"/>
          </a:xfrm>
          <a:prstGeom prst="rect">
            <a:avLst/>
          </a:prstGeom>
          <a:solidFill>
            <a:srgbClr val="43576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Picture 8" descr="Text&#10;&#10;Description automatically generated">
            <a:extLst>
              <a:ext uri="{FF2B5EF4-FFF2-40B4-BE49-F238E27FC236}">
                <a16:creationId xmlns:a16="http://schemas.microsoft.com/office/drawing/2014/main" id="{D13D03AA-0896-FE80-2DAE-DE4C27A47CD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467415" y="6013271"/>
            <a:ext cx="1743635" cy="977493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3CA233C6-37BC-F82E-A892-76CA5AB4B7C5}"/>
              </a:ext>
            </a:extLst>
          </p:cNvPr>
          <p:cNvSpPr txBox="1"/>
          <p:nvPr userDrawn="1"/>
        </p:nvSpPr>
        <p:spPr>
          <a:xfrm>
            <a:off x="259216" y="6209629"/>
            <a:ext cx="213231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rgbClr val="FCCA3A"/>
                </a:solidFill>
                <a:latin typeface="Inter Medium" panose="02000503000000020004" pitchFamily="2" charset="0"/>
                <a:ea typeface="Inter Medium" panose="02000503000000020004" pitchFamily="2" charset="0"/>
              </a:rPr>
              <a:t>Dave Hearne</a:t>
            </a:r>
          </a:p>
          <a:p>
            <a:r>
              <a:rPr lang="en-US" sz="1600" dirty="0" err="1">
                <a:solidFill>
                  <a:srgbClr val="FCCA3A"/>
                </a:solidFill>
                <a:latin typeface="Inter Medium" panose="02000503000000020004" pitchFamily="2" charset="0"/>
                <a:ea typeface="Inter Medium" panose="02000503000000020004" pitchFamily="2" charset="0"/>
              </a:rPr>
              <a:t>dave.hearne@wit.ie</a:t>
            </a:r>
            <a:endParaRPr lang="en-US" sz="1600" dirty="0">
              <a:solidFill>
                <a:srgbClr val="FCCA3A"/>
              </a:solidFill>
              <a:latin typeface="Inter Medium" panose="02000503000000020004" pitchFamily="2" charset="0"/>
              <a:ea typeface="Inter Medium" panose="02000503000000020004" pitchFamily="2" charset="0"/>
            </a:endParaRPr>
          </a:p>
        </p:txBody>
      </p:sp>
      <p:sp>
        <p:nvSpPr>
          <p:cNvPr id="11" name="Slide Number Placeholder 4">
            <a:extLst>
              <a:ext uri="{FF2B5EF4-FFF2-40B4-BE49-F238E27FC236}">
                <a16:creationId xmlns:a16="http://schemas.microsoft.com/office/drawing/2014/main" id="{F030FD0F-2DD6-2272-51EE-2BF33059EA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718957" y="6365301"/>
            <a:ext cx="2743200" cy="365125"/>
          </a:xfrm>
          <a:prstGeom prst="rect">
            <a:avLst/>
          </a:prstGeom>
        </p:spPr>
        <p:txBody>
          <a:bodyPr/>
          <a:lstStyle>
            <a:lvl1pPr algn="ctr">
              <a:defRPr sz="1400">
                <a:solidFill>
                  <a:schemeClr val="bg1"/>
                </a:solidFill>
                <a:latin typeface="Inter" panose="02000503000000020004" pitchFamily="2" charset="0"/>
                <a:ea typeface="Inter" panose="02000503000000020004" pitchFamily="2" charset="0"/>
              </a:defRPr>
            </a:lvl1pPr>
          </a:lstStyle>
          <a:p>
            <a:endParaRPr lang="en-US" dirty="0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D88EF9FD-1D1E-7A85-9B87-8B09737419AB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xmlns="" r:embed="rId4"/>
              </a:ext>
            </a:extLst>
          </a:blip>
          <a:stretch>
            <a:fillRect/>
          </a:stretch>
        </p:blipFill>
        <p:spPr>
          <a:xfrm>
            <a:off x="9203245" y="6176176"/>
            <a:ext cx="1120090" cy="6037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78298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3F1BAE-F1D1-9BFF-E81C-9EB6F7E29A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FDD2EF-5122-99B1-1482-73F47DCFB6D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B2AD250-B4A0-9994-DEFD-1003746CE2F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2867025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E033373-B31C-8067-F4C0-5D8722EE0D9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5E033B8-3B84-5BAF-41E3-F01F70FD2E9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2867025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4DBF12C-7C0A-66CC-800F-81E7C7511108}"/>
              </a:ext>
            </a:extLst>
          </p:cNvPr>
          <p:cNvSpPr/>
          <p:nvPr userDrawn="1"/>
        </p:nvSpPr>
        <p:spPr>
          <a:xfrm>
            <a:off x="-440871" y="6104965"/>
            <a:ext cx="13062857" cy="885799"/>
          </a:xfrm>
          <a:prstGeom prst="rect">
            <a:avLst/>
          </a:prstGeom>
          <a:solidFill>
            <a:srgbClr val="43576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Picture 10" descr="Text&#10;&#10;Description automatically generated">
            <a:extLst>
              <a:ext uri="{FF2B5EF4-FFF2-40B4-BE49-F238E27FC236}">
                <a16:creationId xmlns:a16="http://schemas.microsoft.com/office/drawing/2014/main" id="{2A6757DB-F33F-B6B9-4AB7-673BFD0C04C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467415" y="6013271"/>
            <a:ext cx="1743635" cy="977493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288376F0-4941-20F3-0634-CC3CA047EBEE}"/>
              </a:ext>
            </a:extLst>
          </p:cNvPr>
          <p:cNvSpPr txBox="1"/>
          <p:nvPr userDrawn="1"/>
        </p:nvSpPr>
        <p:spPr>
          <a:xfrm>
            <a:off x="259216" y="6209629"/>
            <a:ext cx="213231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rgbClr val="FCCA3A"/>
                </a:solidFill>
                <a:latin typeface="Inter Medium" panose="02000503000000020004" pitchFamily="2" charset="0"/>
                <a:ea typeface="Inter Medium" panose="02000503000000020004" pitchFamily="2" charset="0"/>
              </a:rPr>
              <a:t>Dave Hearne</a:t>
            </a:r>
          </a:p>
          <a:p>
            <a:r>
              <a:rPr lang="en-US" sz="1600" dirty="0" err="1">
                <a:solidFill>
                  <a:srgbClr val="FCCA3A"/>
                </a:solidFill>
                <a:latin typeface="Inter Medium" panose="02000503000000020004" pitchFamily="2" charset="0"/>
                <a:ea typeface="Inter Medium" panose="02000503000000020004" pitchFamily="2" charset="0"/>
              </a:rPr>
              <a:t>dave.hearne@wit.ie</a:t>
            </a:r>
            <a:endParaRPr lang="en-US" sz="1600" dirty="0">
              <a:solidFill>
                <a:srgbClr val="FCCA3A"/>
              </a:solidFill>
              <a:latin typeface="Inter Medium" panose="02000503000000020004" pitchFamily="2" charset="0"/>
              <a:ea typeface="Inter Medium" panose="02000503000000020004" pitchFamily="2" charset="0"/>
            </a:endParaRPr>
          </a:p>
        </p:txBody>
      </p:sp>
      <p:sp>
        <p:nvSpPr>
          <p:cNvPr id="13" name="Slide Number Placeholder 4">
            <a:extLst>
              <a:ext uri="{FF2B5EF4-FFF2-40B4-BE49-F238E27FC236}">
                <a16:creationId xmlns:a16="http://schemas.microsoft.com/office/drawing/2014/main" id="{98434014-9B29-BB02-AFCC-26F5DD9D1E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718957" y="6365301"/>
            <a:ext cx="2743200" cy="365125"/>
          </a:xfrm>
          <a:prstGeom prst="rect">
            <a:avLst/>
          </a:prstGeom>
        </p:spPr>
        <p:txBody>
          <a:bodyPr/>
          <a:lstStyle>
            <a:lvl1pPr algn="ctr">
              <a:defRPr sz="1400">
                <a:solidFill>
                  <a:schemeClr val="bg1"/>
                </a:solidFill>
                <a:latin typeface="Inter" panose="02000503000000020004" pitchFamily="2" charset="0"/>
                <a:ea typeface="Inter" panose="02000503000000020004" pitchFamily="2" charset="0"/>
              </a:defRPr>
            </a:lvl1pPr>
          </a:lstStyle>
          <a:p>
            <a:endParaRPr lang="en-US" dirty="0"/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4EA3A214-C271-27A6-1BA5-A7E92A0C4F80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xmlns="" r:embed="rId4"/>
              </a:ext>
            </a:extLst>
          </a:blip>
          <a:stretch>
            <a:fillRect/>
          </a:stretch>
        </p:blipFill>
        <p:spPr>
          <a:xfrm>
            <a:off x="9203245" y="6176176"/>
            <a:ext cx="1120090" cy="6037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88295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32FC2BC5-A41F-AF1E-87C1-6C3884228EE1}"/>
              </a:ext>
            </a:extLst>
          </p:cNvPr>
          <p:cNvSpPr/>
          <p:nvPr userDrawn="1"/>
        </p:nvSpPr>
        <p:spPr>
          <a:xfrm>
            <a:off x="-440871" y="6104965"/>
            <a:ext cx="13062857" cy="885799"/>
          </a:xfrm>
          <a:prstGeom prst="rect">
            <a:avLst/>
          </a:prstGeom>
          <a:solidFill>
            <a:srgbClr val="43576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 descr="Text&#10;&#10;Description automatically generated">
            <a:extLst>
              <a:ext uri="{FF2B5EF4-FFF2-40B4-BE49-F238E27FC236}">
                <a16:creationId xmlns:a16="http://schemas.microsoft.com/office/drawing/2014/main" id="{BB80B376-718E-5A67-D7A2-E9C5D848867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467415" y="6013271"/>
            <a:ext cx="1743635" cy="977493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340C9288-DA64-5E12-B226-91527D193BD7}"/>
              </a:ext>
            </a:extLst>
          </p:cNvPr>
          <p:cNvSpPr txBox="1"/>
          <p:nvPr userDrawn="1"/>
        </p:nvSpPr>
        <p:spPr>
          <a:xfrm>
            <a:off x="259216" y="6209629"/>
            <a:ext cx="213231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rgbClr val="FCCA3A"/>
                </a:solidFill>
                <a:latin typeface="Inter Medium" panose="02000503000000020004" pitchFamily="2" charset="0"/>
                <a:ea typeface="Inter Medium" panose="02000503000000020004" pitchFamily="2" charset="0"/>
              </a:rPr>
              <a:t>Dave Hearne</a:t>
            </a:r>
          </a:p>
          <a:p>
            <a:r>
              <a:rPr lang="en-US" sz="1600" dirty="0" err="1">
                <a:solidFill>
                  <a:srgbClr val="FCCA3A"/>
                </a:solidFill>
                <a:latin typeface="Inter Medium" panose="02000503000000020004" pitchFamily="2" charset="0"/>
                <a:ea typeface="Inter Medium" panose="02000503000000020004" pitchFamily="2" charset="0"/>
              </a:rPr>
              <a:t>dave.hearne@wit.ie</a:t>
            </a:r>
            <a:endParaRPr lang="en-US" sz="1600" dirty="0">
              <a:solidFill>
                <a:srgbClr val="FCCA3A"/>
              </a:solidFill>
              <a:latin typeface="Inter Medium" panose="02000503000000020004" pitchFamily="2" charset="0"/>
              <a:ea typeface="Inter Medium" panose="02000503000000020004" pitchFamily="2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31B9D84-933C-5819-53CE-724AA8A87C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9" name="Slide Number Placeholder 4">
            <a:extLst>
              <a:ext uri="{FF2B5EF4-FFF2-40B4-BE49-F238E27FC236}">
                <a16:creationId xmlns:a16="http://schemas.microsoft.com/office/drawing/2014/main" id="{661670FA-CFD1-A883-55F9-FC87F3B1BC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718957" y="6365301"/>
            <a:ext cx="2743200" cy="365125"/>
          </a:xfrm>
          <a:prstGeom prst="rect">
            <a:avLst/>
          </a:prstGeom>
        </p:spPr>
        <p:txBody>
          <a:bodyPr/>
          <a:lstStyle>
            <a:lvl1pPr algn="ctr">
              <a:defRPr sz="1400">
                <a:solidFill>
                  <a:schemeClr val="bg1"/>
                </a:solidFill>
                <a:latin typeface="Inter" panose="02000503000000020004" pitchFamily="2" charset="0"/>
                <a:ea typeface="Inter" panose="02000503000000020004" pitchFamily="2" charset="0"/>
              </a:defRPr>
            </a:lvl1pPr>
          </a:lstStyle>
          <a:p>
            <a:endParaRPr lang="en-US" dirty="0"/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8934E70C-E8D9-B2C2-6196-CB37462C2AA7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xmlns="" r:embed="rId4"/>
              </a:ext>
            </a:extLst>
          </a:blip>
          <a:stretch>
            <a:fillRect/>
          </a:stretch>
        </p:blipFill>
        <p:spPr>
          <a:xfrm>
            <a:off x="9203245" y="6153874"/>
            <a:ext cx="1120090" cy="6037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17776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1845881D-2D8D-1975-AB67-071538DA5B41}"/>
              </a:ext>
            </a:extLst>
          </p:cNvPr>
          <p:cNvSpPr/>
          <p:nvPr userDrawn="1"/>
        </p:nvSpPr>
        <p:spPr>
          <a:xfrm>
            <a:off x="-440871" y="6104965"/>
            <a:ext cx="13062857" cy="885799"/>
          </a:xfrm>
          <a:prstGeom prst="rect">
            <a:avLst/>
          </a:prstGeom>
          <a:solidFill>
            <a:srgbClr val="43576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 descr="Text&#10;&#10;Description automatically generated">
            <a:extLst>
              <a:ext uri="{FF2B5EF4-FFF2-40B4-BE49-F238E27FC236}">
                <a16:creationId xmlns:a16="http://schemas.microsoft.com/office/drawing/2014/main" id="{A2F7B6B3-CC24-4207-D53D-6E6E9BFD53B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467415" y="6013271"/>
            <a:ext cx="1743635" cy="977493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89B32805-1A5C-6896-174B-545E3B3CB158}"/>
              </a:ext>
            </a:extLst>
          </p:cNvPr>
          <p:cNvSpPr txBox="1"/>
          <p:nvPr userDrawn="1"/>
        </p:nvSpPr>
        <p:spPr>
          <a:xfrm>
            <a:off x="259216" y="6209629"/>
            <a:ext cx="213231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rgbClr val="FCCA3A"/>
                </a:solidFill>
                <a:latin typeface="Inter Medium" panose="02000503000000020004" pitchFamily="2" charset="0"/>
                <a:ea typeface="Inter Medium" panose="02000503000000020004" pitchFamily="2" charset="0"/>
              </a:rPr>
              <a:t>Dave Hearne</a:t>
            </a:r>
          </a:p>
          <a:p>
            <a:r>
              <a:rPr lang="en-US" sz="1600" dirty="0" err="1">
                <a:solidFill>
                  <a:srgbClr val="FCCA3A"/>
                </a:solidFill>
                <a:latin typeface="Inter Medium" panose="02000503000000020004" pitchFamily="2" charset="0"/>
                <a:ea typeface="Inter Medium" panose="02000503000000020004" pitchFamily="2" charset="0"/>
              </a:rPr>
              <a:t>dave.hearne@wit.ie</a:t>
            </a:r>
            <a:endParaRPr lang="en-US" sz="1600" dirty="0">
              <a:solidFill>
                <a:srgbClr val="FCCA3A"/>
              </a:solidFill>
              <a:latin typeface="Inter Medium" panose="02000503000000020004" pitchFamily="2" charset="0"/>
              <a:ea typeface="Inter Medium" panose="02000503000000020004" pitchFamily="2" charset="0"/>
            </a:endParaRPr>
          </a:p>
        </p:txBody>
      </p:sp>
      <p:sp>
        <p:nvSpPr>
          <p:cNvPr id="8" name="Slide Number Placeholder 4">
            <a:extLst>
              <a:ext uri="{FF2B5EF4-FFF2-40B4-BE49-F238E27FC236}">
                <a16:creationId xmlns:a16="http://schemas.microsoft.com/office/drawing/2014/main" id="{E802365A-5338-0BFB-EE6B-1D00D5A95D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718957" y="6365301"/>
            <a:ext cx="2743200" cy="365125"/>
          </a:xfrm>
          <a:prstGeom prst="rect">
            <a:avLst/>
          </a:prstGeom>
        </p:spPr>
        <p:txBody>
          <a:bodyPr/>
          <a:lstStyle>
            <a:lvl1pPr algn="ctr">
              <a:defRPr sz="1400">
                <a:solidFill>
                  <a:schemeClr val="bg1"/>
                </a:solidFill>
                <a:latin typeface="Inter" panose="02000503000000020004" pitchFamily="2" charset="0"/>
                <a:ea typeface="Inter" panose="02000503000000020004" pitchFamily="2" charset="0"/>
              </a:defRPr>
            </a:lvl1pPr>
          </a:lstStyle>
          <a:p>
            <a:endParaRPr lang="en-US" dirty="0"/>
          </a:p>
        </p:txBody>
      </p:sp>
      <p:pic>
        <p:nvPicPr>
          <p:cNvPr id="9" name="Picture 8" descr="A picture containing icon&#10;&#10;Description automatically generated">
            <a:extLst>
              <a:ext uri="{FF2B5EF4-FFF2-40B4-BE49-F238E27FC236}">
                <a16:creationId xmlns:a16="http://schemas.microsoft.com/office/drawing/2014/main" id="{B45F8394-F9E9-67F3-F785-4190DC911D73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 amt="19000"/>
          </a:blip>
          <a:stretch>
            <a:fillRect/>
          </a:stretch>
        </p:blipFill>
        <p:spPr>
          <a:xfrm>
            <a:off x="-2721883" y="422310"/>
            <a:ext cx="5443765" cy="5486295"/>
          </a:xfrm>
          <a:prstGeom prst="rect">
            <a:avLst/>
          </a:prstGeom>
        </p:spPr>
      </p:pic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969350A5-0F76-7CA1-01EE-0506A29F03B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525939" y="2422507"/>
            <a:ext cx="8618538" cy="1485900"/>
          </a:xfrm>
        </p:spPr>
        <p:txBody>
          <a:bodyPr>
            <a:normAutofit/>
          </a:bodyPr>
          <a:lstStyle>
            <a:lvl3pPr marL="914400" indent="0" algn="ctr">
              <a:buNone/>
              <a:defRPr sz="6000">
                <a:latin typeface="DM Sans" pitchFamily="2" charset="77"/>
              </a:defRPr>
            </a:lvl3pPr>
          </a:lstStyle>
          <a:p>
            <a:pPr lvl="2"/>
            <a:r>
              <a:rPr lang="en-US" dirty="0"/>
              <a:t>Title Section</a:t>
            </a: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DB1747D0-142F-29F0-C111-4CA4BB0024EB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xmlns="" r:embed="rId5"/>
              </a:ext>
            </a:extLst>
          </a:blip>
          <a:stretch>
            <a:fillRect/>
          </a:stretch>
        </p:blipFill>
        <p:spPr>
          <a:xfrm>
            <a:off x="9203245" y="6176176"/>
            <a:ext cx="1120090" cy="6037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4311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Text&#10;&#10;Description automatically generated">
            <a:extLst>
              <a:ext uri="{FF2B5EF4-FFF2-40B4-BE49-F238E27FC236}">
                <a16:creationId xmlns:a16="http://schemas.microsoft.com/office/drawing/2014/main" id="{A2F7B6B3-CC24-4207-D53D-6E6E9BFD53B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467415" y="6013271"/>
            <a:ext cx="1743635" cy="977493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89B32805-1A5C-6896-174B-545E3B3CB158}"/>
              </a:ext>
            </a:extLst>
          </p:cNvPr>
          <p:cNvSpPr txBox="1"/>
          <p:nvPr userDrawn="1"/>
        </p:nvSpPr>
        <p:spPr>
          <a:xfrm>
            <a:off x="259216" y="6209629"/>
            <a:ext cx="213231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rgbClr val="FCCA3A"/>
                </a:solidFill>
                <a:latin typeface="Inter Medium" panose="02000503000000020004" pitchFamily="2" charset="0"/>
                <a:ea typeface="Inter Medium" panose="02000503000000020004" pitchFamily="2" charset="0"/>
              </a:rPr>
              <a:t>Dave Hearne</a:t>
            </a:r>
          </a:p>
          <a:p>
            <a:r>
              <a:rPr lang="en-US" sz="1600" dirty="0" err="1">
                <a:solidFill>
                  <a:srgbClr val="FCCA3A"/>
                </a:solidFill>
                <a:latin typeface="Inter Medium" panose="02000503000000020004" pitchFamily="2" charset="0"/>
                <a:ea typeface="Inter Medium" panose="02000503000000020004" pitchFamily="2" charset="0"/>
              </a:rPr>
              <a:t>dave.hearne@wit.ie</a:t>
            </a:r>
            <a:endParaRPr lang="en-US" sz="1600" dirty="0">
              <a:solidFill>
                <a:srgbClr val="FCCA3A"/>
              </a:solidFill>
              <a:latin typeface="Inter Medium" panose="02000503000000020004" pitchFamily="2" charset="0"/>
              <a:ea typeface="Inter Medium" panose="02000503000000020004" pitchFamily="2" charset="0"/>
            </a:endParaRPr>
          </a:p>
        </p:txBody>
      </p:sp>
      <p:sp>
        <p:nvSpPr>
          <p:cNvPr id="8" name="Slide Number Placeholder 4">
            <a:extLst>
              <a:ext uri="{FF2B5EF4-FFF2-40B4-BE49-F238E27FC236}">
                <a16:creationId xmlns:a16="http://schemas.microsoft.com/office/drawing/2014/main" id="{E802365A-5338-0BFB-EE6B-1D00D5A95D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718957" y="6365301"/>
            <a:ext cx="2743200" cy="365125"/>
          </a:xfrm>
          <a:prstGeom prst="rect">
            <a:avLst/>
          </a:prstGeom>
        </p:spPr>
        <p:txBody>
          <a:bodyPr/>
          <a:lstStyle>
            <a:lvl1pPr algn="ctr">
              <a:defRPr sz="1400">
                <a:solidFill>
                  <a:schemeClr val="bg1"/>
                </a:solidFill>
                <a:latin typeface="Inter" panose="02000503000000020004" pitchFamily="2" charset="0"/>
                <a:ea typeface="Inter" panose="02000503000000020004" pitchFamily="2" charset="0"/>
              </a:defRPr>
            </a:lvl1pPr>
          </a:lstStyle>
          <a:p>
            <a:endParaRPr lang="en-US" dirty="0"/>
          </a:p>
        </p:txBody>
      </p:sp>
      <p:pic>
        <p:nvPicPr>
          <p:cNvPr id="9" name="Picture 8" descr="A picture containing icon&#10;&#10;Description automatically generated">
            <a:extLst>
              <a:ext uri="{FF2B5EF4-FFF2-40B4-BE49-F238E27FC236}">
                <a16:creationId xmlns:a16="http://schemas.microsoft.com/office/drawing/2014/main" id="{B45F8394-F9E9-67F3-F785-4190DC911D73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 amt="11000"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1500"/>
                    </a14:imgEffect>
                    <a14:imgEffect>
                      <a14:saturation sat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-2632673" y="433462"/>
            <a:ext cx="5443765" cy="5486295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66D9E16-657A-4218-0444-F0A4D4BC34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2757" y="2324554"/>
            <a:ext cx="10515600" cy="1325563"/>
          </a:xfrm>
        </p:spPr>
        <p:txBody>
          <a:bodyPr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9ABFD17A-A184-4C60-C2D7-B6CD6ACBCF90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96DAC541-7B7A-43D3-8B79-37D633B846F1}">
                <asvg:svgBlip xmlns:asvg="http://schemas.microsoft.com/office/drawing/2016/SVG/main" xmlns="" r:embed="rId6"/>
              </a:ext>
            </a:extLst>
          </a:blip>
          <a:stretch>
            <a:fillRect/>
          </a:stretch>
        </p:blipFill>
        <p:spPr>
          <a:xfrm>
            <a:off x="9203245" y="6153874"/>
            <a:ext cx="1120090" cy="6037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54407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D6F86B-6715-92BC-715F-DFA9AD39F2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08AFA0-81E3-E9B4-F6E0-8B926D239E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6"/>
            <a:ext cx="6172200" cy="4286704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54034E6-8F9A-4869-D336-F1BAA76F02C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216729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0FDDB94-FA60-0120-3E53-AB03CF84BA1E}"/>
              </a:ext>
            </a:extLst>
          </p:cNvPr>
          <p:cNvSpPr/>
          <p:nvPr userDrawn="1"/>
        </p:nvSpPr>
        <p:spPr>
          <a:xfrm>
            <a:off x="-440871" y="6104965"/>
            <a:ext cx="13062857" cy="885799"/>
          </a:xfrm>
          <a:prstGeom prst="rect">
            <a:avLst/>
          </a:prstGeom>
          <a:solidFill>
            <a:srgbClr val="43576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Picture 8" descr="Text&#10;&#10;Description automatically generated">
            <a:extLst>
              <a:ext uri="{FF2B5EF4-FFF2-40B4-BE49-F238E27FC236}">
                <a16:creationId xmlns:a16="http://schemas.microsoft.com/office/drawing/2014/main" id="{45679F87-5E74-8BA8-0629-1E5B4F4880A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467415" y="6013271"/>
            <a:ext cx="1743635" cy="977493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49BE86B7-2BF4-10EF-5455-B9887AAB8B50}"/>
              </a:ext>
            </a:extLst>
          </p:cNvPr>
          <p:cNvSpPr txBox="1"/>
          <p:nvPr userDrawn="1"/>
        </p:nvSpPr>
        <p:spPr>
          <a:xfrm>
            <a:off x="259216" y="6209629"/>
            <a:ext cx="213231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rgbClr val="FCCA3A"/>
                </a:solidFill>
                <a:latin typeface="Inter Medium" panose="02000503000000020004" pitchFamily="2" charset="0"/>
                <a:ea typeface="Inter Medium" panose="02000503000000020004" pitchFamily="2" charset="0"/>
              </a:rPr>
              <a:t>Dave Hearne</a:t>
            </a:r>
          </a:p>
          <a:p>
            <a:r>
              <a:rPr lang="en-US" sz="1600" dirty="0" err="1">
                <a:solidFill>
                  <a:srgbClr val="FCCA3A"/>
                </a:solidFill>
                <a:latin typeface="Inter Medium" panose="02000503000000020004" pitchFamily="2" charset="0"/>
                <a:ea typeface="Inter Medium" panose="02000503000000020004" pitchFamily="2" charset="0"/>
              </a:rPr>
              <a:t>dave.hearne@wit.ie</a:t>
            </a:r>
            <a:endParaRPr lang="en-US" sz="1600" dirty="0">
              <a:solidFill>
                <a:srgbClr val="FCCA3A"/>
              </a:solidFill>
              <a:latin typeface="Inter Medium" panose="02000503000000020004" pitchFamily="2" charset="0"/>
              <a:ea typeface="Inter Medium" panose="02000503000000020004" pitchFamily="2" charset="0"/>
            </a:endParaRPr>
          </a:p>
        </p:txBody>
      </p:sp>
      <p:sp>
        <p:nvSpPr>
          <p:cNvPr id="11" name="Slide Number Placeholder 4">
            <a:extLst>
              <a:ext uri="{FF2B5EF4-FFF2-40B4-BE49-F238E27FC236}">
                <a16:creationId xmlns:a16="http://schemas.microsoft.com/office/drawing/2014/main" id="{6B715A8C-2802-94EC-ED2B-7E87EB769C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718957" y="6365301"/>
            <a:ext cx="2743200" cy="365125"/>
          </a:xfrm>
          <a:prstGeom prst="rect">
            <a:avLst/>
          </a:prstGeom>
        </p:spPr>
        <p:txBody>
          <a:bodyPr/>
          <a:lstStyle>
            <a:lvl1pPr algn="ctr">
              <a:defRPr sz="1400">
                <a:solidFill>
                  <a:schemeClr val="bg1"/>
                </a:solidFill>
                <a:latin typeface="Inter" panose="02000503000000020004" pitchFamily="2" charset="0"/>
                <a:ea typeface="Inter" panose="02000503000000020004" pitchFamily="2" charset="0"/>
              </a:defRPr>
            </a:lvl1pPr>
          </a:lstStyle>
          <a:p>
            <a:endParaRPr lang="en-US" dirty="0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E4062A10-94AD-59F5-B695-6399839DA51D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xmlns="" r:embed="rId4"/>
              </a:ext>
            </a:extLst>
          </a:blip>
          <a:stretch>
            <a:fillRect/>
          </a:stretch>
        </p:blipFill>
        <p:spPr>
          <a:xfrm>
            <a:off x="9203245" y="6176176"/>
            <a:ext cx="1120090" cy="6037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8411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F0F6A3-1FA6-365B-EAE9-C97A97FA28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BF0FE55-436B-BE4B-A625-5596F318B10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6"/>
            <a:ext cx="6172200" cy="4580618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0E895F3-5234-BC3A-AA83-2EC6C8BFBED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510643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54B8120-3457-7741-DD19-9CE4C0C22B4A}"/>
              </a:ext>
            </a:extLst>
          </p:cNvPr>
          <p:cNvSpPr/>
          <p:nvPr userDrawn="1"/>
        </p:nvSpPr>
        <p:spPr>
          <a:xfrm>
            <a:off x="-440871" y="6104965"/>
            <a:ext cx="13062857" cy="885799"/>
          </a:xfrm>
          <a:prstGeom prst="rect">
            <a:avLst/>
          </a:prstGeom>
          <a:solidFill>
            <a:srgbClr val="43576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Picture 8" descr="Text&#10;&#10;Description automatically generated">
            <a:extLst>
              <a:ext uri="{FF2B5EF4-FFF2-40B4-BE49-F238E27FC236}">
                <a16:creationId xmlns:a16="http://schemas.microsoft.com/office/drawing/2014/main" id="{70E58948-512F-FE8B-DC74-07D466B3C55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467415" y="6013271"/>
            <a:ext cx="1743635" cy="977493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8261E89E-CE00-6AFD-C38F-ED89F0C488AB}"/>
              </a:ext>
            </a:extLst>
          </p:cNvPr>
          <p:cNvSpPr txBox="1"/>
          <p:nvPr userDrawn="1"/>
        </p:nvSpPr>
        <p:spPr>
          <a:xfrm>
            <a:off x="259216" y="6209629"/>
            <a:ext cx="213231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rgbClr val="FCCA3A"/>
                </a:solidFill>
                <a:latin typeface="Inter Medium" panose="02000503000000020004" pitchFamily="2" charset="0"/>
                <a:ea typeface="Inter Medium" panose="02000503000000020004" pitchFamily="2" charset="0"/>
              </a:rPr>
              <a:t>Dave Hearne</a:t>
            </a:r>
          </a:p>
          <a:p>
            <a:r>
              <a:rPr lang="en-US" sz="1600" dirty="0" err="1">
                <a:solidFill>
                  <a:srgbClr val="FCCA3A"/>
                </a:solidFill>
                <a:latin typeface="Inter Medium" panose="02000503000000020004" pitchFamily="2" charset="0"/>
                <a:ea typeface="Inter Medium" panose="02000503000000020004" pitchFamily="2" charset="0"/>
              </a:rPr>
              <a:t>dave.hearne@wit.ie</a:t>
            </a:r>
            <a:endParaRPr lang="en-US" sz="1600" dirty="0">
              <a:solidFill>
                <a:srgbClr val="FCCA3A"/>
              </a:solidFill>
              <a:latin typeface="Inter Medium" panose="02000503000000020004" pitchFamily="2" charset="0"/>
              <a:ea typeface="Inter Medium" panose="02000503000000020004" pitchFamily="2" charset="0"/>
            </a:endParaRPr>
          </a:p>
        </p:txBody>
      </p:sp>
      <p:sp>
        <p:nvSpPr>
          <p:cNvPr id="11" name="Slide Number Placeholder 4">
            <a:extLst>
              <a:ext uri="{FF2B5EF4-FFF2-40B4-BE49-F238E27FC236}">
                <a16:creationId xmlns:a16="http://schemas.microsoft.com/office/drawing/2014/main" id="{9115F357-D0A9-D2BE-D6C4-1DE4D5FB18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718957" y="6365301"/>
            <a:ext cx="2743200" cy="365125"/>
          </a:xfrm>
          <a:prstGeom prst="rect">
            <a:avLst/>
          </a:prstGeom>
        </p:spPr>
        <p:txBody>
          <a:bodyPr/>
          <a:lstStyle>
            <a:lvl1pPr algn="ctr">
              <a:defRPr sz="1400">
                <a:solidFill>
                  <a:schemeClr val="bg1"/>
                </a:solidFill>
                <a:latin typeface="Inter" panose="02000503000000020004" pitchFamily="2" charset="0"/>
                <a:ea typeface="Inter" panose="02000503000000020004" pitchFamily="2" charset="0"/>
              </a:defRPr>
            </a:lvl1pPr>
          </a:lstStyle>
          <a:p>
            <a:endParaRPr lang="en-US" dirty="0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A539925D-2713-A52D-751E-374F477B25EB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xmlns="" r:embed="rId4"/>
              </a:ext>
            </a:extLst>
          </a:blip>
          <a:stretch>
            <a:fillRect/>
          </a:stretch>
        </p:blipFill>
        <p:spPr>
          <a:xfrm>
            <a:off x="9203245" y="6176176"/>
            <a:ext cx="1120090" cy="6037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2850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86E7A3-2933-9A9D-1B68-1C4E7E0E0A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C0D318C-66EC-4B7A-FD04-653E50045DC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BB3A924-D1C2-80FA-9A28-1F83C8252CD7}"/>
              </a:ext>
            </a:extLst>
          </p:cNvPr>
          <p:cNvSpPr/>
          <p:nvPr userDrawn="1"/>
        </p:nvSpPr>
        <p:spPr>
          <a:xfrm>
            <a:off x="-440871" y="6104965"/>
            <a:ext cx="13062857" cy="885799"/>
          </a:xfrm>
          <a:prstGeom prst="rect">
            <a:avLst/>
          </a:prstGeom>
          <a:solidFill>
            <a:srgbClr val="43576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Picture 7" descr="Text&#10;&#10;Description automatically generated">
            <a:extLst>
              <a:ext uri="{FF2B5EF4-FFF2-40B4-BE49-F238E27FC236}">
                <a16:creationId xmlns:a16="http://schemas.microsoft.com/office/drawing/2014/main" id="{A8580AF9-B3B8-8FCD-D5F6-72F55C10E54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467415" y="6013271"/>
            <a:ext cx="1743635" cy="977493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768DA9D1-70B7-518A-1D12-6840DCAE9DB6}"/>
              </a:ext>
            </a:extLst>
          </p:cNvPr>
          <p:cNvSpPr txBox="1"/>
          <p:nvPr userDrawn="1"/>
        </p:nvSpPr>
        <p:spPr>
          <a:xfrm>
            <a:off x="259216" y="6209629"/>
            <a:ext cx="213231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rgbClr val="FCCA3A"/>
                </a:solidFill>
                <a:latin typeface="Inter Medium" panose="02000503000000020004" pitchFamily="2" charset="0"/>
                <a:ea typeface="Inter Medium" panose="02000503000000020004" pitchFamily="2" charset="0"/>
              </a:rPr>
              <a:t>Dave Hearne</a:t>
            </a:r>
          </a:p>
          <a:p>
            <a:r>
              <a:rPr lang="en-US" sz="1600" dirty="0" err="1">
                <a:solidFill>
                  <a:srgbClr val="FCCA3A"/>
                </a:solidFill>
                <a:latin typeface="Inter Medium" panose="02000503000000020004" pitchFamily="2" charset="0"/>
                <a:ea typeface="Inter Medium" panose="02000503000000020004" pitchFamily="2" charset="0"/>
              </a:rPr>
              <a:t>dave.hearne@wit.ie</a:t>
            </a:r>
            <a:endParaRPr lang="en-US" sz="1600" dirty="0">
              <a:solidFill>
                <a:srgbClr val="FCCA3A"/>
              </a:solidFill>
              <a:latin typeface="Inter Medium" panose="02000503000000020004" pitchFamily="2" charset="0"/>
              <a:ea typeface="Inter Medium" panose="02000503000000020004" pitchFamily="2" charset="0"/>
            </a:endParaRPr>
          </a:p>
        </p:txBody>
      </p:sp>
      <p:sp>
        <p:nvSpPr>
          <p:cNvPr id="10" name="Slide Number Placeholder 4">
            <a:extLst>
              <a:ext uri="{FF2B5EF4-FFF2-40B4-BE49-F238E27FC236}">
                <a16:creationId xmlns:a16="http://schemas.microsoft.com/office/drawing/2014/main" id="{820A38DC-2F95-7186-592B-18167E2BCC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718957" y="6365301"/>
            <a:ext cx="2743200" cy="365125"/>
          </a:xfrm>
          <a:prstGeom prst="rect">
            <a:avLst/>
          </a:prstGeom>
        </p:spPr>
        <p:txBody>
          <a:bodyPr/>
          <a:lstStyle>
            <a:lvl1pPr algn="ctr">
              <a:defRPr sz="1400">
                <a:solidFill>
                  <a:schemeClr val="bg1"/>
                </a:solidFill>
                <a:latin typeface="Inter" panose="02000503000000020004" pitchFamily="2" charset="0"/>
                <a:ea typeface="Inter" panose="02000503000000020004" pitchFamily="2" charset="0"/>
              </a:defRPr>
            </a:lvl1pPr>
          </a:lstStyle>
          <a:p>
            <a:endParaRPr lang="en-US" dirty="0"/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0369CF7F-4015-09B0-0671-F93589D2D936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xmlns="" r:embed="rId4"/>
              </a:ext>
            </a:extLst>
          </a:blip>
          <a:stretch>
            <a:fillRect/>
          </a:stretch>
        </p:blipFill>
        <p:spPr>
          <a:xfrm>
            <a:off x="9203245" y="6176176"/>
            <a:ext cx="1120090" cy="6037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323411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C05D519-5C13-B1DA-C03B-E55280B8962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382532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D5BE02F-1224-E3C9-A8BB-96F822DB892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382532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C4E5451-8045-E9BC-4D1D-8CF1DD1B3874}"/>
              </a:ext>
            </a:extLst>
          </p:cNvPr>
          <p:cNvSpPr/>
          <p:nvPr userDrawn="1"/>
        </p:nvSpPr>
        <p:spPr>
          <a:xfrm>
            <a:off x="-440871" y="6104965"/>
            <a:ext cx="13062857" cy="885799"/>
          </a:xfrm>
          <a:prstGeom prst="rect">
            <a:avLst/>
          </a:prstGeom>
          <a:solidFill>
            <a:srgbClr val="43576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Picture 7" descr="Text&#10;&#10;Description automatically generated">
            <a:extLst>
              <a:ext uri="{FF2B5EF4-FFF2-40B4-BE49-F238E27FC236}">
                <a16:creationId xmlns:a16="http://schemas.microsoft.com/office/drawing/2014/main" id="{3581C137-70E6-F86A-90ED-817935AD6A8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467415" y="6013271"/>
            <a:ext cx="1743635" cy="977493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1E7DE500-850E-C45D-5905-16C7BED700DC}"/>
              </a:ext>
            </a:extLst>
          </p:cNvPr>
          <p:cNvSpPr txBox="1"/>
          <p:nvPr userDrawn="1"/>
        </p:nvSpPr>
        <p:spPr>
          <a:xfrm>
            <a:off x="259216" y="6209629"/>
            <a:ext cx="213231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rgbClr val="FCCA3A"/>
                </a:solidFill>
                <a:latin typeface="Inter Medium" panose="02000503000000020004" pitchFamily="2" charset="0"/>
                <a:ea typeface="Inter Medium" panose="02000503000000020004" pitchFamily="2" charset="0"/>
              </a:rPr>
              <a:t>Dave Hearne</a:t>
            </a:r>
          </a:p>
          <a:p>
            <a:r>
              <a:rPr lang="en-US" sz="1600" dirty="0" err="1">
                <a:solidFill>
                  <a:srgbClr val="FCCA3A"/>
                </a:solidFill>
                <a:latin typeface="Inter Medium" panose="02000503000000020004" pitchFamily="2" charset="0"/>
                <a:ea typeface="Inter Medium" panose="02000503000000020004" pitchFamily="2" charset="0"/>
              </a:rPr>
              <a:t>dave.hearne@wit.ie</a:t>
            </a:r>
            <a:endParaRPr lang="en-US" sz="1600" dirty="0">
              <a:solidFill>
                <a:srgbClr val="FCCA3A"/>
              </a:solidFill>
              <a:latin typeface="Inter Medium" panose="02000503000000020004" pitchFamily="2" charset="0"/>
              <a:ea typeface="Inter Medium" panose="02000503000000020004" pitchFamily="2" charset="0"/>
            </a:endParaRPr>
          </a:p>
        </p:txBody>
      </p:sp>
      <p:sp>
        <p:nvSpPr>
          <p:cNvPr id="10" name="Slide Number Placeholder 4">
            <a:extLst>
              <a:ext uri="{FF2B5EF4-FFF2-40B4-BE49-F238E27FC236}">
                <a16:creationId xmlns:a16="http://schemas.microsoft.com/office/drawing/2014/main" id="{C638537D-9021-8EF8-E16B-C1CF5CF986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718957" y="6365301"/>
            <a:ext cx="2743200" cy="365125"/>
          </a:xfrm>
          <a:prstGeom prst="rect">
            <a:avLst/>
          </a:prstGeom>
        </p:spPr>
        <p:txBody>
          <a:bodyPr/>
          <a:lstStyle>
            <a:lvl1pPr algn="ctr">
              <a:defRPr sz="1400">
                <a:solidFill>
                  <a:schemeClr val="bg1"/>
                </a:solidFill>
                <a:latin typeface="Inter" panose="02000503000000020004" pitchFamily="2" charset="0"/>
                <a:ea typeface="Inter" panose="02000503000000020004" pitchFamily="2" charset="0"/>
              </a:defRPr>
            </a:lvl1pPr>
          </a:lstStyle>
          <a:p>
            <a:endParaRPr lang="en-US" dirty="0"/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CE01E724-D140-6BA0-9EC5-95685A2B7813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xmlns="" r:embed="rId4"/>
              </a:ext>
            </a:extLst>
          </a:blip>
          <a:stretch>
            <a:fillRect/>
          </a:stretch>
        </p:blipFill>
        <p:spPr>
          <a:xfrm>
            <a:off x="9203245" y="6187327"/>
            <a:ext cx="1120090" cy="6037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38988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527A6AA-9A3D-B214-D69B-E407A667BC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645717F-6026-BB96-5E0E-E0C78D96088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268106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pic>
        <p:nvPicPr>
          <p:cNvPr id="8" name="Picture 7" descr="Text&#10;&#10;Description automatically generated">
            <a:extLst>
              <a:ext uri="{FF2B5EF4-FFF2-40B4-BE49-F238E27FC236}">
                <a16:creationId xmlns:a16="http://schemas.microsoft.com/office/drawing/2014/main" id="{6C6F1F5D-051A-FB61-9D09-9FDA371C1473}"/>
              </a:ext>
            </a:extLst>
          </p:cNvPr>
          <p:cNvPicPr>
            <a:picLocks noChangeAspect="1"/>
          </p:cNvPicPr>
          <p:nvPr userDrawn="1"/>
        </p:nvPicPr>
        <p:blipFill>
          <a:blip r:embed="rId14"/>
          <a:stretch>
            <a:fillRect/>
          </a:stretch>
        </p:blipFill>
        <p:spPr>
          <a:xfrm>
            <a:off x="10467415" y="6013271"/>
            <a:ext cx="1743635" cy="9774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94022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60" r:id="rId8"/>
    <p:sldLayoutId id="2147483656" r:id="rId9"/>
    <p:sldLayoutId id="2147483657" r:id="rId10"/>
    <p:sldLayoutId id="2147483658" r:id="rId11"/>
    <p:sldLayoutId id="2147483659" r:id="rId12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rgbClr val="435765"/>
          </a:solidFill>
          <a:latin typeface="DM Sans" pitchFamily="2" charset="77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50000"/>
        </a:lnSpc>
        <a:spcBef>
          <a:spcPts val="1000"/>
        </a:spcBef>
        <a:buClr>
          <a:srgbClr val="435765"/>
        </a:buClr>
        <a:buFont typeface="Arial" panose="020B0604020202020204" pitchFamily="34" charset="0"/>
        <a:buChar char="•"/>
        <a:defRPr sz="2800" kern="1200">
          <a:solidFill>
            <a:srgbClr val="435765"/>
          </a:solidFill>
          <a:latin typeface="Inter" panose="02000503000000020004" pitchFamily="2" charset="0"/>
          <a:ea typeface="Inter" panose="02000503000000020004" pitchFamily="2" charset="0"/>
          <a:cs typeface="+mn-cs"/>
        </a:defRPr>
      </a:lvl1pPr>
      <a:lvl2pPr marL="685800" indent="-228600" algn="l" defTabSz="914400" rtl="0" eaLnBrk="1" latinLnBrk="0" hangingPunct="1">
        <a:lnSpc>
          <a:spcPct val="150000"/>
        </a:lnSpc>
        <a:spcBef>
          <a:spcPts val="500"/>
        </a:spcBef>
        <a:buClr>
          <a:srgbClr val="435765"/>
        </a:buClr>
        <a:buFont typeface="Arial" panose="020B0604020202020204" pitchFamily="34" charset="0"/>
        <a:buChar char="•"/>
        <a:defRPr sz="2400" kern="1200">
          <a:solidFill>
            <a:srgbClr val="435765"/>
          </a:solidFill>
          <a:latin typeface="Inter" panose="02000503000000020004" pitchFamily="2" charset="0"/>
          <a:ea typeface="Inter" panose="02000503000000020004" pitchFamily="2" charset="0"/>
          <a:cs typeface="+mn-cs"/>
        </a:defRPr>
      </a:lvl2pPr>
      <a:lvl3pPr marL="1143000" indent="-228600" algn="l" defTabSz="914400" rtl="0" eaLnBrk="1" latinLnBrk="0" hangingPunct="1">
        <a:lnSpc>
          <a:spcPct val="150000"/>
        </a:lnSpc>
        <a:spcBef>
          <a:spcPts val="500"/>
        </a:spcBef>
        <a:buClr>
          <a:srgbClr val="435765"/>
        </a:buClr>
        <a:buFont typeface="Arial" panose="020B0604020202020204" pitchFamily="34" charset="0"/>
        <a:buChar char="•"/>
        <a:defRPr sz="2000" kern="1200">
          <a:solidFill>
            <a:srgbClr val="435765"/>
          </a:solidFill>
          <a:latin typeface="Inter" panose="02000503000000020004" pitchFamily="2" charset="0"/>
          <a:ea typeface="Inter" panose="02000503000000020004" pitchFamily="2" charset="0"/>
          <a:cs typeface="+mn-cs"/>
        </a:defRPr>
      </a:lvl3pPr>
      <a:lvl4pPr marL="1600200" indent="-228600" algn="l" defTabSz="914400" rtl="0" eaLnBrk="1" latinLnBrk="0" hangingPunct="1">
        <a:lnSpc>
          <a:spcPct val="150000"/>
        </a:lnSpc>
        <a:spcBef>
          <a:spcPts val="500"/>
        </a:spcBef>
        <a:buClr>
          <a:srgbClr val="435765"/>
        </a:buClr>
        <a:buFont typeface="Arial" panose="020B0604020202020204" pitchFamily="34" charset="0"/>
        <a:buChar char="•"/>
        <a:defRPr sz="1800" kern="1200">
          <a:solidFill>
            <a:srgbClr val="435765"/>
          </a:solidFill>
          <a:latin typeface="Inter" panose="02000503000000020004" pitchFamily="2" charset="0"/>
          <a:ea typeface="Inter" panose="02000503000000020004" pitchFamily="2" charset="0"/>
          <a:cs typeface="+mn-cs"/>
        </a:defRPr>
      </a:lvl4pPr>
      <a:lvl5pPr marL="2057400" indent="-228600" algn="l" defTabSz="914400" rtl="0" eaLnBrk="1" latinLnBrk="0" hangingPunct="1">
        <a:lnSpc>
          <a:spcPct val="150000"/>
        </a:lnSpc>
        <a:spcBef>
          <a:spcPts val="500"/>
        </a:spcBef>
        <a:buClr>
          <a:srgbClr val="435765"/>
        </a:buClr>
        <a:buFont typeface="Arial" panose="020B0604020202020204" pitchFamily="34" charset="0"/>
        <a:buChar char="•"/>
        <a:defRPr sz="1800" kern="1200">
          <a:solidFill>
            <a:srgbClr val="435765"/>
          </a:solidFill>
          <a:latin typeface="Inter" panose="02000503000000020004" pitchFamily="2" charset="0"/>
          <a:ea typeface="Inter" panose="02000503000000020004" pitchFamily="2" charset="0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1A3E84-9222-E321-F48B-5FDB6F80A2A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/>
          <a:lstStyle/>
          <a:p>
            <a:r>
              <a:rPr lang="en-US" dirty="0">
                <a:latin typeface="Inter" panose="02000503000000020004" pitchFamily="2" charset="0"/>
                <a:ea typeface="Inter" panose="02000503000000020004" pitchFamily="2" charset="0"/>
              </a:rPr>
              <a:t>Shop v2.2 – Store</a:t>
            </a:r>
            <a:endParaRPr lang="en-US" dirty="0"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  <p:sp>
        <p:nvSpPr>
          <p:cNvPr id="7" name="Subtitle 2"/>
          <p:cNvSpPr txBox="1">
            <a:spLocks/>
          </p:cNvSpPr>
          <p:nvPr/>
        </p:nvSpPr>
        <p:spPr>
          <a:xfrm>
            <a:off x="1638300" y="3810000"/>
            <a:ext cx="1866900" cy="1066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150000"/>
              </a:lnSpc>
              <a:spcBef>
                <a:spcPts val="1000"/>
              </a:spcBef>
              <a:buClr>
                <a:srgbClr val="435765"/>
              </a:buClr>
              <a:buFont typeface="Arial" panose="020B0604020202020204" pitchFamily="34" charset="0"/>
              <a:buNone/>
              <a:defRPr sz="2400" kern="1200">
                <a:solidFill>
                  <a:srgbClr val="435765"/>
                </a:solidFill>
                <a:latin typeface="Inter" panose="02000503000000020004" pitchFamily="2" charset="0"/>
                <a:ea typeface="Inter" panose="02000503000000020004" pitchFamily="2" charset="0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150000"/>
              </a:lnSpc>
              <a:spcBef>
                <a:spcPts val="500"/>
              </a:spcBef>
              <a:buClr>
                <a:srgbClr val="435765"/>
              </a:buClr>
              <a:buFont typeface="Arial" panose="020B0604020202020204" pitchFamily="34" charset="0"/>
              <a:buNone/>
              <a:defRPr sz="2000" kern="1200">
                <a:solidFill>
                  <a:srgbClr val="435765"/>
                </a:solidFill>
                <a:latin typeface="Inter" panose="02000503000000020004" pitchFamily="2" charset="0"/>
                <a:ea typeface="Inter" panose="02000503000000020004" pitchFamily="2" charset="0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150000"/>
              </a:lnSpc>
              <a:spcBef>
                <a:spcPts val="500"/>
              </a:spcBef>
              <a:buClr>
                <a:srgbClr val="435765"/>
              </a:buClr>
              <a:buFont typeface="Arial" panose="020B0604020202020204" pitchFamily="34" charset="0"/>
              <a:buNone/>
              <a:defRPr sz="1800" kern="1200">
                <a:solidFill>
                  <a:srgbClr val="435765"/>
                </a:solidFill>
                <a:latin typeface="Inter" panose="02000503000000020004" pitchFamily="2" charset="0"/>
                <a:ea typeface="Inter" panose="02000503000000020004" pitchFamily="2" charset="0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150000"/>
              </a:lnSpc>
              <a:spcBef>
                <a:spcPts val="500"/>
              </a:spcBef>
              <a:buClr>
                <a:srgbClr val="435765"/>
              </a:buClr>
              <a:buFont typeface="Arial" panose="020B0604020202020204" pitchFamily="34" charset="0"/>
              <a:buNone/>
              <a:defRPr sz="1600" kern="1200">
                <a:solidFill>
                  <a:srgbClr val="435765"/>
                </a:solidFill>
                <a:latin typeface="Inter" panose="02000503000000020004" pitchFamily="2" charset="0"/>
                <a:ea typeface="Inter" panose="02000503000000020004" pitchFamily="2" charset="0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150000"/>
              </a:lnSpc>
              <a:spcBef>
                <a:spcPts val="500"/>
              </a:spcBef>
              <a:buClr>
                <a:srgbClr val="435765"/>
              </a:buClr>
              <a:buFont typeface="Arial" panose="020B0604020202020204" pitchFamily="34" charset="0"/>
              <a:buNone/>
              <a:defRPr sz="1600" kern="1200">
                <a:solidFill>
                  <a:srgbClr val="435765"/>
                </a:solidFill>
                <a:latin typeface="Inter" panose="02000503000000020004" pitchFamily="2" charset="0"/>
                <a:ea typeface="Inter" panose="02000503000000020004" pitchFamily="2" charset="0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lnSpc>
                <a:spcPct val="110000"/>
              </a:lnSpc>
              <a:spcBef>
                <a:spcPts val="0"/>
              </a:spcBef>
            </a:pPr>
            <a:r>
              <a:rPr lang="en-IE" smtClean="0"/>
              <a:t>Produced </a:t>
            </a:r>
          </a:p>
          <a:p>
            <a:pPr algn="r">
              <a:lnSpc>
                <a:spcPct val="110000"/>
              </a:lnSpc>
              <a:spcBef>
                <a:spcPts val="0"/>
              </a:spcBef>
            </a:pPr>
            <a:r>
              <a:rPr lang="en-IE" smtClean="0"/>
              <a:t>by:</a:t>
            </a:r>
            <a:endParaRPr lang="en-IE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A677B55-D426-4543-B23A-EF19035B891C}"/>
              </a:ext>
            </a:extLst>
          </p:cNvPr>
          <p:cNvSpPr txBox="1"/>
          <p:nvPr/>
        </p:nvSpPr>
        <p:spPr>
          <a:xfrm>
            <a:off x="3616948" y="3810000"/>
            <a:ext cx="35814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E" sz="24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Ms Siobhan Roche</a:t>
            </a:r>
          </a:p>
          <a:p>
            <a:r>
              <a:rPr lang="en-IE" sz="24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Ms Mairead Meagher</a:t>
            </a:r>
            <a:endParaRPr lang="en-IE" sz="24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C801D72-C6B2-E70D-E028-D234666EAD1A}"/>
              </a:ext>
            </a:extLst>
          </p:cNvPr>
          <p:cNvSpPr txBox="1"/>
          <p:nvPr/>
        </p:nvSpPr>
        <p:spPr>
          <a:xfrm>
            <a:off x="3733800" y="6071540"/>
            <a:ext cx="58293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E" sz="1200" dirty="0">
                <a:solidFill>
                  <a:schemeClr val="tx2">
                    <a:lumMod val="75000"/>
                  </a:schemeClr>
                </a:solidFill>
              </a:rPr>
              <a:t>Department of Computing and Mathematics</a:t>
            </a:r>
          </a:p>
          <a:p>
            <a:r>
              <a:rPr lang="en-IE" sz="1200" dirty="0" err="1">
                <a:solidFill>
                  <a:schemeClr val="tx2">
                    <a:lumMod val="75000"/>
                  </a:schemeClr>
                </a:solidFill>
              </a:rPr>
              <a:t>setu.ie</a:t>
            </a:r>
            <a:endParaRPr lang="en-IE" sz="1200" dirty="0">
              <a:solidFill>
                <a:schemeClr val="tx2">
                  <a:lumMod val="75000"/>
                </a:schemeClr>
              </a:solidFill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98990DC8-0440-757B-AF63-49547F44497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83793" y="5981987"/>
            <a:ext cx="1143000" cy="6407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66689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10320" y="242313"/>
            <a:ext cx="5857875" cy="630555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699E74D3-AFEF-461D-B270-840A6ED579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6477" y="180907"/>
            <a:ext cx="10515600" cy="1325563"/>
          </a:xfrm>
        </p:spPr>
        <p:txBody>
          <a:bodyPr/>
          <a:lstStyle/>
          <a:p>
            <a:r>
              <a:rPr lang="en-US" dirty="0"/>
              <a:t>Shop </a:t>
            </a:r>
            <a:r>
              <a:rPr lang="en-US" dirty="0" smtClean="0"/>
              <a:t>V2.2 </a:t>
            </a:r>
            <a:r>
              <a:rPr lang="en-US" dirty="0"/>
              <a:t>– 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>Store </a:t>
            </a:r>
            <a:r>
              <a:rPr lang="en-US" dirty="0"/>
              <a:t>Class</a:t>
            </a:r>
            <a:endParaRPr lang="en-I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BECD4E-FB37-4908-BB65-9C1BBE9E19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05341"/>
            <a:ext cx="8654143" cy="4847318"/>
          </a:xfrm>
        </p:spPr>
        <p:txBody>
          <a:bodyPr>
            <a:normAutofit/>
          </a:bodyPr>
          <a:lstStyle/>
          <a:p>
            <a:endParaRPr lang="en-US" dirty="0">
              <a:highlight>
                <a:srgbClr val="FCCA3A"/>
              </a:highlight>
            </a:endParaRPr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39CC56F-4920-419C-9449-97C337521E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endParaRPr lang="en-US" dirty="0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58400A56-6325-7555-0A3D-85D331C64B97}"/>
              </a:ext>
            </a:extLst>
          </p:cNvPr>
          <p:cNvGrpSpPr/>
          <p:nvPr/>
        </p:nvGrpSpPr>
        <p:grpSpPr>
          <a:xfrm>
            <a:off x="2754768" y="877146"/>
            <a:ext cx="7000725" cy="1254701"/>
            <a:chOff x="2782934" y="2787421"/>
            <a:chExt cx="7000725" cy="1254701"/>
          </a:xfrm>
        </p:grpSpPr>
        <p:sp>
          <p:nvSpPr>
            <p:cNvPr id="12" name="Rectangle: Rounded Corners 12">
              <a:extLst>
                <a:ext uri="{FF2B5EF4-FFF2-40B4-BE49-F238E27FC236}">
                  <a16:creationId xmlns:a16="http://schemas.microsoft.com/office/drawing/2014/main" id="{FFA8D658-7BAF-51CC-F344-24B97EF40B9E}"/>
                </a:ext>
              </a:extLst>
            </p:cNvPr>
            <p:cNvSpPr/>
            <p:nvPr/>
          </p:nvSpPr>
          <p:spPr>
            <a:xfrm>
              <a:off x="5897368" y="2787421"/>
              <a:ext cx="3886291" cy="514054"/>
            </a:xfrm>
            <a:prstGeom prst="roundRect">
              <a:avLst/>
            </a:prstGeom>
            <a:noFill/>
            <a:ln w="28575">
              <a:solidFill>
                <a:srgbClr val="FCCA3A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E"/>
            </a:p>
          </p:txBody>
        </p:sp>
        <p:cxnSp>
          <p:nvCxnSpPr>
            <p:cNvPr id="13" name="Straight Arrow Connector 12">
              <a:extLst>
                <a:ext uri="{FF2B5EF4-FFF2-40B4-BE49-F238E27FC236}">
                  <a16:creationId xmlns:a16="http://schemas.microsoft.com/office/drawing/2014/main" id="{D8CA9DD0-ABA1-2FE9-007E-DCD6AF1AEA9E}"/>
                </a:ext>
              </a:extLst>
            </p:cNvPr>
            <p:cNvCxnSpPr>
              <a:cxnSpLocks/>
              <a:stCxn id="12" idx="1"/>
              <a:endCxn id="14" idx="3"/>
            </p:cNvCxnSpPr>
            <p:nvPr/>
          </p:nvCxnSpPr>
          <p:spPr>
            <a:xfrm flipH="1">
              <a:off x="4657634" y="3044448"/>
              <a:ext cx="1239734" cy="813008"/>
            </a:xfrm>
            <a:prstGeom prst="straightConnector1">
              <a:avLst/>
            </a:prstGeom>
            <a:ln w="38100">
              <a:solidFill>
                <a:srgbClr val="FCCA3A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Rectangle: Rounded Corners 33">
              <a:extLst>
                <a:ext uri="{FF2B5EF4-FFF2-40B4-BE49-F238E27FC236}">
                  <a16:creationId xmlns:a16="http://schemas.microsoft.com/office/drawing/2014/main" id="{E5AF6B3F-A36B-6AC3-8907-39BB072EC469}"/>
                </a:ext>
              </a:extLst>
            </p:cNvPr>
            <p:cNvSpPr/>
            <p:nvPr/>
          </p:nvSpPr>
          <p:spPr>
            <a:xfrm>
              <a:off x="2782934" y="3672789"/>
              <a:ext cx="1874700" cy="369333"/>
            </a:xfrm>
            <a:prstGeom prst="roundRect">
              <a:avLst/>
            </a:prstGeom>
            <a:solidFill>
              <a:srgbClr val="FCCA3A"/>
            </a:solidFill>
            <a:ln>
              <a:solidFill>
                <a:srgbClr val="FCCA3A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rgbClr val="435765"/>
                  </a:solidFill>
                </a:rPr>
                <a:t>constructor</a:t>
              </a:r>
              <a:endParaRPr lang="en-IE" dirty="0">
                <a:solidFill>
                  <a:srgbClr val="435765"/>
                </a:solidFill>
              </a:endParaRPr>
            </a:p>
          </p:txBody>
        </p: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3174D007-112E-A357-B6E7-B93DC4F9C1F9}"/>
              </a:ext>
            </a:extLst>
          </p:cNvPr>
          <p:cNvGrpSpPr/>
          <p:nvPr/>
        </p:nvGrpSpPr>
        <p:grpSpPr>
          <a:xfrm>
            <a:off x="2824206" y="5428164"/>
            <a:ext cx="8822361" cy="971803"/>
            <a:chOff x="4289508" y="3841894"/>
            <a:chExt cx="6368149" cy="602470"/>
          </a:xfrm>
        </p:grpSpPr>
        <p:sp>
          <p:nvSpPr>
            <p:cNvPr id="18" name="Rectangle: Rounded Corners 12">
              <a:extLst>
                <a:ext uri="{FF2B5EF4-FFF2-40B4-BE49-F238E27FC236}">
                  <a16:creationId xmlns:a16="http://schemas.microsoft.com/office/drawing/2014/main" id="{84AC0789-329E-D31F-1DAC-C6F9701DEBA6}"/>
                </a:ext>
              </a:extLst>
            </p:cNvPr>
            <p:cNvSpPr/>
            <p:nvPr/>
          </p:nvSpPr>
          <p:spPr>
            <a:xfrm>
              <a:off x="6766015" y="3841894"/>
              <a:ext cx="3891642" cy="602470"/>
            </a:xfrm>
            <a:prstGeom prst="roundRect">
              <a:avLst/>
            </a:prstGeom>
            <a:noFill/>
            <a:ln w="28575">
              <a:solidFill>
                <a:srgbClr val="FCCA3A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E" dirty="0"/>
            </a:p>
          </p:txBody>
        </p:sp>
        <p:cxnSp>
          <p:nvCxnSpPr>
            <p:cNvPr id="19" name="Straight Arrow Connector 18">
              <a:extLst>
                <a:ext uri="{FF2B5EF4-FFF2-40B4-BE49-F238E27FC236}">
                  <a16:creationId xmlns:a16="http://schemas.microsoft.com/office/drawing/2014/main" id="{80C55457-AD49-2180-AE24-EFC42929B961}"/>
                </a:ext>
              </a:extLst>
            </p:cNvPr>
            <p:cNvCxnSpPr>
              <a:cxnSpLocks/>
              <a:stCxn id="18" idx="1"/>
              <a:endCxn id="20" idx="3"/>
            </p:cNvCxnSpPr>
            <p:nvPr/>
          </p:nvCxnSpPr>
          <p:spPr>
            <a:xfrm flipH="1">
              <a:off x="6164208" y="4143129"/>
              <a:ext cx="601807" cy="102448"/>
            </a:xfrm>
            <a:prstGeom prst="straightConnector1">
              <a:avLst/>
            </a:prstGeom>
            <a:ln w="38100">
              <a:solidFill>
                <a:srgbClr val="FCCA3A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" name="Rectangle: Rounded Corners 33">
              <a:extLst>
                <a:ext uri="{FF2B5EF4-FFF2-40B4-BE49-F238E27FC236}">
                  <a16:creationId xmlns:a16="http://schemas.microsoft.com/office/drawing/2014/main" id="{24E11E2B-9801-B984-1D33-B689F9A20FE7}"/>
                </a:ext>
              </a:extLst>
            </p:cNvPr>
            <p:cNvSpPr/>
            <p:nvPr/>
          </p:nvSpPr>
          <p:spPr>
            <a:xfrm>
              <a:off x="4289508" y="4060911"/>
              <a:ext cx="1874700" cy="369333"/>
            </a:xfrm>
            <a:prstGeom prst="roundRect">
              <a:avLst/>
            </a:prstGeom>
            <a:solidFill>
              <a:srgbClr val="FCCA3A"/>
            </a:solidFill>
            <a:ln>
              <a:solidFill>
                <a:srgbClr val="FCCA3A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rgbClr val="435765"/>
                  </a:solidFill>
                </a:rPr>
                <a:t>Private methods</a:t>
              </a:r>
              <a:endParaRPr lang="en-IE" dirty="0">
                <a:solidFill>
                  <a:srgbClr val="435765"/>
                </a:solidFill>
              </a:endParaRPr>
            </a:p>
          </p:txBody>
        </p:sp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0A2D92BD-4F7E-FBA4-EFDC-C7466A38BD7F}"/>
              </a:ext>
            </a:extLst>
          </p:cNvPr>
          <p:cNvGrpSpPr/>
          <p:nvPr/>
        </p:nvGrpSpPr>
        <p:grpSpPr>
          <a:xfrm>
            <a:off x="3023805" y="2471351"/>
            <a:ext cx="8622761" cy="2878054"/>
            <a:chOff x="3480634" y="3884826"/>
            <a:chExt cx="8622761" cy="2376201"/>
          </a:xfrm>
        </p:grpSpPr>
        <p:sp>
          <p:nvSpPr>
            <p:cNvPr id="25" name="Rectangle: Rounded Corners 12">
              <a:extLst>
                <a:ext uri="{FF2B5EF4-FFF2-40B4-BE49-F238E27FC236}">
                  <a16:creationId xmlns:a16="http://schemas.microsoft.com/office/drawing/2014/main" id="{9171A2F2-07DE-09FE-9E5A-C61E2DB6A969}"/>
                </a:ext>
              </a:extLst>
            </p:cNvPr>
            <p:cNvSpPr/>
            <p:nvPr/>
          </p:nvSpPr>
          <p:spPr>
            <a:xfrm>
              <a:off x="6460586" y="3884826"/>
              <a:ext cx="5642809" cy="2376201"/>
            </a:xfrm>
            <a:prstGeom prst="roundRect">
              <a:avLst/>
            </a:prstGeom>
            <a:noFill/>
            <a:ln w="28575">
              <a:solidFill>
                <a:srgbClr val="FCCA3A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E" dirty="0"/>
            </a:p>
          </p:txBody>
        </p:sp>
        <p:cxnSp>
          <p:nvCxnSpPr>
            <p:cNvPr id="26" name="Straight Arrow Connector 25">
              <a:extLst>
                <a:ext uri="{FF2B5EF4-FFF2-40B4-BE49-F238E27FC236}">
                  <a16:creationId xmlns:a16="http://schemas.microsoft.com/office/drawing/2014/main" id="{580C6A04-491D-92CE-1F95-D6D0C39C5368}"/>
                </a:ext>
              </a:extLst>
            </p:cNvPr>
            <p:cNvCxnSpPr>
              <a:cxnSpLocks/>
              <a:stCxn id="25" idx="1"/>
              <a:endCxn id="27" idx="3"/>
            </p:cNvCxnSpPr>
            <p:nvPr/>
          </p:nvCxnSpPr>
          <p:spPr>
            <a:xfrm flipH="1">
              <a:off x="5389776" y="5072927"/>
              <a:ext cx="1070810" cy="518882"/>
            </a:xfrm>
            <a:prstGeom prst="straightConnector1">
              <a:avLst/>
            </a:prstGeom>
            <a:ln w="38100">
              <a:solidFill>
                <a:srgbClr val="FCCA3A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7" name="Rectangle: Rounded Corners 33">
              <a:extLst>
                <a:ext uri="{FF2B5EF4-FFF2-40B4-BE49-F238E27FC236}">
                  <a16:creationId xmlns:a16="http://schemas.microsoft.com/office/drawing/2014/main" id="{D6E792EE-7CF6-DA40-4985-CB8B920C71CB}"/>
                </a:ext>
              </a:extLst>
            </p:cNvPr>
            <p:cNvSpPr/>
            <p:nvPr/>
          </p:nvSpPr>
          <p:spPr>
            <a:xfrm>
              <a:off x="3480634" y="5260864"/>
              <a:ext cx="1909142" cy="661889"/>
            </a:xfrm>
            <a:prstGeom prst="roundRect">
              <a:avLst/>
            </a:prstGeom>
            <a:solidFill>
              <a:srgbClr val="FCCA3A"/>
            </a:solidFill>
            <a:ln>
              <a:solidFill>
                <a:srgbClr val="FCCA3A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rgbClr val="435765"/>
                  </a:solidFill>
                </a:rPr>
                <a:t>public methods</a:t>
              </a:r>
              <a:endParaRPr lang="en-IE" dirty="0">
                <a:solidFill>
                  <a:srgbClr val="435765"/>
                </a:solidFill>
              </a:endParaRPr>
            </a:p>
          </p:txBody>
        </p:sp>
      </p:grpSp>
      <p:grpSp>
        <p:nvGrpSpPr>
          <p:cNvPr id="28" name="Group 27">
            <a:extLst>
              <a:ext uri="{FF2B5EF4-FFF2-40B4-BE49-F238E27FC236}">
                <a16:creationId xmlns:a16="http://schemas.microsoft.com/office/drawing/2014/main" id="{60D619B9-7C08-9366-C848-38384FF20BCB}"/>
              </a:ext>
            </a:extLst>
          </p:cNvPr>
          <p:cNvGrpSpPr/>
          <p:nvPr/>
        </p:nvGrpSpPr>
        <p:grpSpPr>
          <a:xfrm>
            <a:off x="1335505" y="1427712"/>
            <a:ext cx="10311061" cy="1744081"/>
            <a:chOff x="4140486" y="3884826"/>
            <a:chExt cx="7138805" cy="1390957"/>
          </a:xfrm>
        </p:grpSpPr>
        <p:sp>
          <p:nvSpPr>
            <p:cNvPr id="29" name="Rectangle: Rounded Corners 12">
              <a:extLst>
                <a:ext uri="{FF2B5EF4-FFF2-40B4-BE49-F238E27FC236}">
                  <a16:creationId xmlns:a16="http://schemas.microsoft.com/office/drawing/2014/main" id="{AA911E0B-D357-E209-3C39-57A96CE82941}"/>
                </a:ext>
              </a:extLst>
            </p:cNvPr>
            <p:cNvSpPr/>
            <p:nvPr/>
          </p:nvSpPr>
          <p:spPr>
            <a:xfrm>
              <a:off x="7387649" y="3884826"/>
              <a:ext cx="3891642" cy="832333"/>
            </a:xfrm>
            <a:prstGeom prst="roundRect">
              <a:avLst/>
            </a:prstGeom>
            <a:noFill/>
            <a:ln w="28575">
              <a:solidFill>
                <a:srgbClr val="FCCA3A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E" dirty="0"/>
            </a:p>
          </p:txBody>
        </p:sp>
        <p:cxnSp>
          <p:nvCxnSpPr>
            <p:cNvPr id="30" name="Straight Arrow Connector 29">
              <a:extLst>
                <a:ext uri="{FF2B5EF4-FFF2-40B4-BE49-F238E27FC236}">
                  <a16:creationId xmlns:a16="http://schemas.microsoft.com/office/drawing/2014/main" id="{DDECCC81-BC6A-B87B-B304-DD1FEB1831C9}"/>
                </a:ext>
              </a:extLst>
            </p:cNvPr>
            <p:cNvCxnSpPr>
              <a:cxnSpLocks/>
              <a:stCxn id="29" idx="1"/>
              <a:endCxn id="31" idx="3"/>
            </p:cNvCxnSpPr>
            <p:nvPr/>
          </p:nvCxnSpPr>
          <p:spPr>
            <a:xfrm flipH="1">
              <a:off x="6015186" y="4300993"/>
              <a:ext cx="1372463" cy="790124"/>
            </a:xfrm>
            <a:prstGeom prst="straightConnector1">
              <a:avLst/>
            </a:prstGeom>
            <a:ln w="38100">
              <a:solidFill>
                <a:srgbClr val="FCCA3A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1" name="Rectangle: Rounded Corners 33">
              <a:extLst>
                <a:ext uri="{FF2B5EF4-FFF2-40B4-BE49-F238E27FC236}">
                  <a16:creationId xmlns:a16="http://schemas.microsoft.com/office/drawing/2014/main" id="{45C4A327-9D56-6976-9482-91AFD29D8D29}"/>
                </a:ext>
              </a:extLst>
            </p:cNvPr>
            <p:cNvSpPr/>
            <p:nvPr/>
          </p:nvSpPr>
          <p:spPr>
            <a:xfrm>
              <a:off x="4140486" y="4906450"/>
              <a:ext cx="1874700" cy="369333"/>
            </a:xfrm>
            <a:prstGeom prst="roundRect">
              <a:avLst/>
            </a:prstGeom>
            <a:solidFill>
              <a:srgbClr val="FCCA3A"/>
            </a:solidFill>
            <a:ln>
              <a:solidFill>
                <a:srgbClr val="FCCA3A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rgbClr val="435765"/>
                  </a:solidFill>
                </a:rPr>
                <a:t>fields</a:t>
              </a:r>
              <a:endParaRPr lang="en-IE" dirty="0">
                <a:solidFill>
                  <a:srgbClr val="435765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0097704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9E74D3-AFEF-461D-B270-840A6ED579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2757" y="180180"/>
            <a:ext cx="10515600" cy="1325563"/>
          </a:xfrm>
        </p:spPr>
        <p:txBody>
          <a:bodyPr/>
          <a:lstStyle/>
          <a:p>
            <a:r>
              <a:rPr lang="en-US" dirty="0"/>
              <a:t>Shop </a:t>
            </a:r>
            <a:r>
              <a:rPr lang="en-US" dirty="0" smtClean="0"/>
              <a:t>V2.2 – </a:t>
            </a:r>
            <a:r>
              <a:rPr lang="en-US" dirty="0" smtClean="0"/>
              <a:t>Store – Fields and Constructor</a:t>
            </a:r>
            <a:endParaRPr lang="en-I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39CC56F-4920-419C-9449-97C337521E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32857" y="1505743"/>
            <a:ext cx="8915400" cy="51720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42652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9E74D3-AFEF-461D-B270-840A6ED579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2756" y="10397"/>
            <a:ext cx="10515600" cy="1325563"/>
          </a:xfrm>
        </p:spPr>
        <p:txBody>
          <a:bodyPr/>
          <a:lstStyle/>
          <a:p>
            <a:r>
              <a:rPr lang="en-US" dirty="0"/>
              <a:t>Shop </a:t>
            </a:r>
            <a:r>
              <a:rPr lang="en-US" dirty="0" smtClean="0"/>
              <a:t>V2.2 </a:t>
            </a:r>
            <a:r>
              <a:rPr lang="en-US" dirty="0"/>
              <a:t>– Store </a:t>
            </a:r>
            <a:r>
              <a:rPr lang="en-US" dirty="0" smtClean="0"/>
              <a:t>(</a:t>
            </a:r>
            <a:r>
              <a:rPr lang="en-US" dirty="0" smtClean="0"/>
              <a:t>private methods</a:t>
            </a:r>
            <a:r>
              <a:rPr lang="en-US" dirty="0" smtClean="0"/>
              <a:t>)</a:t>
            </a:r>
            <a:endParaRPr lang="en-I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39CC56F-4920-419C-9449-97C337521E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35835C41-B901-7BD5-591E-EEA699C3DE24}"/>
              </a:ext>
            </a:extLst>
          </p:cNvPr>
          <p:cNvSpPr txBox="1"/>
          <p:nvPr/>
        </p:nvSpPr>
        <p:spPr>
          <a:xfrm>
            <a:off x="280255" y="4732172"/>
            <a:ext cx="498856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E" sz="1600" b="1" dirty="0" smtClean="0">
                <a:solidFill>
                  <a:srgbClr val="435765"/>
                </a:solidFill>
                <a:highlight>
                  <a:srgbClr val="FCCA3A"/>
                </a:highlight>
                <a:ea typeface="Inter" panose="02000503000000020004" pitchFamily="2" charset="0"/>
              </a:rPr>
              <a:t>getters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E" sz="1600" b="1" dirty="0" err="1" smtClean="0">
                <a:solidFill>
                  <a:srgbClr val="435765"/>
                </a:solidFill>
                <a:ea typeface="Inter" panose="02000503000000020004" pitchFamily="2" charset="0"/>
              </a:rPr>
              <a:t>isFull</a:t>
            </a:r>
            <a:r>
              <a:rPr lang="en-IE" sz="1600" b="1" dirty="0" smtClean="0">
                <a:solidFill>
                  <a:srgbClr val="435765"/>
                </a:solidFill>
                <a:ea typeface="Inter" panose="02000503000000020004" pitchFamily="2" charset="0"/>
              </a:rPr>
              <a:t>()</a:t>
            </a:r>
            <a:r>
              <a:rPr lang="en-IE" sz="1600" dirty="0" smtClean="0">
                <a:solidFill>
                  <a:srgbClr val="435765"/>
                </a:solidFill>
                <a:ea typeface="Inter" panose="02000503000000020004" pitchFamily="2" charset="0"/>
              </a:rPr>
              <a:t> &amp; </a:t>
            </a:r>
            <a:r>
              <a:rPr lang="en-IE" sz="1600" b="1" dirty="0" err="1" smtClean="0">
                <a:solidFill>
                  <a:srgbClr val="435765"/>
                </a:solidFill>
                <a:ea typeface="Inter" panose="02000503000000020004" pitchFamily="2" charset="0"/>
              </a:rPr>
              <a:t>isEmpty</a:t>
            </a:r>
            <a:r>
              <a:rPr lang="en-IE" sz="1600" b="1" dirty="0" smtClean="0">
                <a:solidFill>
                  <a:srgbClr val="435765"/>
                </a:solidFill>
                <a:ea typeface="Inter" panose="02000503000000020004" pitchFamily="2" charset="0"/>
              </a:rPr>
              <a:t>()</a:t>
            </a:r>
            <a:r>
              <a:rPr lang="en-IE" sz="1600" dirty="0" smtClean="0">
                <a:solidFill>
                  <a:srgbClr val="435765"/>
                </a:solidFill>
                <a:ea typeface="Inter" panose="02000503000000020004" pitchFamily="2" charset="0"/>
              </a:rPr>
              <a:t> return state of fields.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E" sz="1600" dirty="0" smtClean="0">
                <a:solidFill>
                  <a:srgbClr val="435765"/>
                </a:solidFill>
                <a:ea typeface="Inter" panose="02000503000000020004" pitchFamily="2" charset="0"/>
              </a:rPr>
              <a:t>They are private member methods.</a:t>
            </a:r>
          </a:p>
          <a:p>
            <a:endParaRPr lang="en-US" sz="1600" dirty="0">
              <a:solidFill>
                <a:srgbClr val="435765"/>
              </a:solidFill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18957" y="1176337"/>
            <a:ext cx="5172075" cy="4048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21384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9E74D3-AFEF-461D-B270-840A6ED579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2756" y="10397"/>
            <a:ext cx="10515600" cy="1325563"/>
          </a:xfrm>
        </p:spPr>
        <p:txBody>
          <a:bodyPr/>
          <a:lstStyle/>
          <a:p>
            <a:r>
              <a:rPr lang="en-US" dirty="0"/>
              <a:t>Shop </a:t>
            </a:r>
            <a:r>
              <a:rPr lang="en-US" dirty="0" smtClean="0"/>
              <a:t>V2.2 </a:t>
            </a:r>
            <a:r>
              <a:rPr lang="en-US" dirty="0"/>
              <a:t>– Store </a:t>
            </a:r>
            <a:r>
              <a:rPr lang="en-US" dirty="0" smtClean="0"/>
              <a:t>(add() Method)</a:t>
            </a:r>
            <a:endParaRPr lang="en-I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39CC56F-4920-419C-9449-97C337521E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35835C41-B901-7BD5-591E-EEA699C3DE24}"/>
              </a:ext>
            </a:extLst>
          </p:cNvPr>
          <p:cNvSpPr txBox="1"/>
          <p:nvPr/>
        </p:nvSpPr>
        <p:spPr>
          <a:xfrm>
            <a:off x="280255" y="4732172"/>
            <a:ext cx="498856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E" sz="1600" b="1" dirty="0">
              <a:solidFill>
                <a:srgbClr val="435765"/>
              </a:solidFill>
              <a:highlight>
                <a:srgbClr val="FCCA3A"/>
              </a:highlight>
              <a:ea typeface="Inter" panose="02000503000000020004" pitchFamily="2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E" sz="1600" dirty="0">
                <a:solidFill>
                  <a:srgbClr val="435765"/>
                </a:solidFill>
                <a:ea typeface="Inter" panose="02000503000000020004" pitchFamily="2" charset="0"/>
              </a:rPr>
              <a:t>add() makes use of private method </a:t>
            </a:r>
            <a:r>
              <a:rPr lang="en-IE" sz="1600" b="1" dirty="0" err="1">
                <a:solidFill>
                  <a:srgbClr val="435765"/>
                </a:solidFill>
                <a:ea typeface="Inter" panose="02000503000000020004" pitchFamily="2" charset="0"/>
              </a:rPr>
              <a:t>isFull</a:t>
            </a:r>
            <a:r>
              <a:rPr lang="en-IE" sz="1600" b="1" dirty="0">
                <a:solidFill>
                  <a:srgbClr val="435765"/>
                </a:solidFill>
                <a:ea typeface="Inter" panose="02000503000000020004" pitchFamily="2" charset="0"/>
              </a:rPr>
              <a:t>()</a:t>
            </a:r>
          </a:p>
          <a:p>
            <a:endParaRPr lang="en-IE" sz="1600" b="1" dirty="0">
              <a:solidFill>
                <a:srgbClr val="435765"/>
              </a:solidFill>
              <a:highlight>
                <a:srgbClr val="FCCA3A"/>
              </a:highlight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38174" y="1335960"/>
            <a:ext cx="5495925" cy="3381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27884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9E74D3-AFEF-461D-B270-840A6ED579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2756" y="10397"/>
            <a:ext cx="10515600" cy="1325563"/>
          </a:xfrm>
        </p:spPr>
        <p:txBody>
          <a:bodyPr/>
          <a:lstStyle/>
          <a:p>
            <a:r>
              <a:rPr lang="en-US" dirty="0"/>
              <a:t>Shop </a:t>
            </a:r>
            <a:r>
              <a:rPr lang="en-US" dirty="0" smtClean="0"/>
              <a:t>V2.2 </a:t>
            </a:r>
            <a:r>
              <a:rPr lang="en-US" dirty="0"/>
              <a:t>– Store (</a:t>
            </a:r>
            <a:r>
              <a:rPr lang="en-US" dirty="0" err="1" smtClean="0"/>
              <a:t>listProducts</a:t>
            </a:r>
            <a:r>
              <a:rPr lang="en-US" dirty="0" smtClean="0"/>
              <a:t>())</a:t>
            </a:r>
            <a:endParaRPr lang="en-I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39CC56F-4920-419C-9449-97C337521E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35835C41-B901-7BD5-591E-EEA699C3DE24}"/>
              </a:ext>
            </a:extLst>
          </p:cNvPr>
          <p:cNvSpPr txBox="1"/>
          <p:nvPr/>
        </p:nvSpPr>
        <p:spPr>
          <a:xfrm>
            <a:off x="280254" y="4732172"/>
            <a:ext cx="3413441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E" sz="1600" b="1" dirty="0">
                <a:solidFill>
                  <a:srgbClr val="435765"/>
                </a:solidFill>
                <a:highlight>
                  <a:srgbClr val="FCCA3A"/>
                </a:highlight>
                <a:ea typeface="Inter" panose="02000503000000020004" pitchFamily="2" charset="0"/>
              </a:rPr>
              <a:t>list </a:t>
            </a:r>
          </a:p>
          <a:p>
            <a:endParaRPr lang="en-IE" sz="1600" b="1" dirty="0">
              <a:solidFill>
                <a:srgbClr val="435765"/>
              </a:solidFill>
              <a:highlight>
                <a:srgbClr val="FCCA3A"/>
              </a:highlight>
              <a:ea typeface="Inter" panose="02000503000000020004" pitchFamily="2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E" sz="1600" dirty="0" err="1">
                <a:solidFill>
                  <a:srgbClr val="435765"/>
                </a:solidFill>
                <a:ea typeface="Inter" panose="02000503000000020004" pitchFamily="2" charset="0"/>
              </a:rPr>
              <a:t>toString</a:t>
            </a:r>
            <a:r>
              <a:rPr lang="en-IE" sz="1600" dirty="0">
                <a:solidFill>
                  <a:srgbClr val="435765"/>
                </a:solidFill>
                <a:ea typeface="Inter" panose="02000503000000020004" pitchFamily="2" charset="0"/>
              </a:rPr>
              <a:t> ’type’ method </a:t>
            </a:r>
            <a:r>
              <a:rPr lang="en-IE" sz="1600" dirty="0" err="1">
                <a:solidFill>
                  <a:srgbClr val="435765"/>
                </a:solidFill>
                <a:ea typeface="Inter" panose="02000503000000020004" pitchFamily="2" charset="0"/>
              </a:rPr>
              <a:t>listProducts</a:t>
            </a:r>
            <a:r>
              <a:rPr lang="en-IE" sz="1600" dirty="0">
                <a:solidFill>
                  <a:srgbClr val="435765"/>
                </a:solidFill>
                <a:ea typeface="Inter" panose="02000503000000020004" pitchFamily="2" charset="0"/>
              </a:rPr>
              <a:t>() makes use of private method </a:t>
            </a:r>
            <a:r>
              <a:rPr lang="en-IE" sz="1600" b="1" dirty="0" err="1">
                <a:solidFill>
                  <a:srgbClr val="435765"/>
                </a:solidFill>
                <a:ea typeface="Inter" panose="02000503000000020004" pitchFamily="2" charset="0"/>
              </a:rPr>
              <a:t>isEmpty</a:t>
            </a:r>
            <a:r>
              <a:rPr lang="en-IE" sz="1600" b="1" dirty="0">
                <a:solidFill>
                  <a:srgbClr val="435765"/>
                </a:solidFill>
                <a:ea typeface="Inter" panose="02000503000000020004" pitchFamily="2" charset="0"/>
              </a:rPr>
              <a:t>()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E" sz="1600" dirty="0">
              <a:solidFill>
                <a:srgbClr val="435765"/>
              </a:solidFill>
              <a:latin typeface="Inter" panose="02000503000000020004" pitchFamily="2" charset="0"/>
              <a:ea typeface="Inter" panose="02000503000000020004" pitchFamily="2" charset="0"/>
            </a:endParaRPr>
          </a:p>
          <a:p>
            <a:endParaRPr lang="en-IE" sz="1600" b="1" dirty="0">
              <a:solidFill>
                <a:srgbClr val="435765"/>
              </a:solidFill>
              <a:highlight>
                <a:srgbClr val="FCCA3A"/>
              </a:highlight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529" y="979201"/>
            <a:ext cx="8096250" cy="3876675"/>
          </a:xfrm>
          <a:prstGeom prst="rect">
            <a:avLst/>
          </a:prstGeom>
        </p:spPr>
      </p:pic>
      <p:grpSp>
        <p:nvGrpSpPr>
          <p:cNvPr id="8" name="Group 7"/>
          <p:cNvGrpSpPr/>
          <p:nvPr/>
        </p:nvGrpSpPr>
        <p:grpSpPr>
          <a:xfrm>
            <a:off x="5415857" y="3596568"/>
            <a:ext cx="6143124" cy="3189134"/>
            <a:chOff x="5415857" y="3596568"/>
            <a:chExt cx="6143124" cy="3189134"/>
          </a:xfrm>
        </p:grpSpPr>
        <p:pic>
          <p:nvPicPr>
            <p:cNvPr id="5" name="Picture 4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415857" y="3596568"/>
              <a:ext cx="6143124" cy="3189134"/>
            </a:xfrm>
            <a:prstGeom prst="rect">
              <a:avLst/>
            </a:prstGeom>
            <a:ln w="38100">
              <a:solidFill>
                <a:srgbClr val="FF0000"/>
              </a:solidFill>
            </a:ln>
          </p:spPr>
        </p:pic>
        <p:sp>
          <p:nvSpPr>
            <p:cNvPr id="6" name="TextBox 5"/>
            <p:cNvSpPr txBox="1"/>
            <p:nvPr/>
          </p:nvSpPr>
          <p:spPr>
            <a:xfrm>
              <a:off x="9302030" y="3893237"/>
              <a:ext cx="2256951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2400" dirty="0" smtClean="0">
                  <a:solidFill>
                    <a:srgbClr val="FF0000"/>
                  </a:solidFill>
                </a:rPr>
                <a:t>Product Class</a:t>
              </a:r>
              <a:endParaRPr lang="en-GB" sz="2400" dirty="0">
                <a:solidFill>
                  <a:srgbClr val="FF0000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56047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A01CADA-C324-9C57-4A0F-F66C29E2C0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11380" y="1001535"/>
            <a:ext cx="8686800" cy="6067425"/>
          </a:xfrm>
          <a:prstGeom prst="rect">
            <a:avLst/>
          </a:prstGeom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699E74D3-AFEF-461D-B270-840A6ED5795C}"/>
              </a:ext>
            </a:extLst>
          </p:cNvPr>
          <p:cNvSpPr txBox="1">
            <a:spLocks/>
          </p:cNvSpPr>
          <p:nvPr/>
        </p:nvSpPr>
        <p:spPr>
          <a:xfrm>
            <a:off x="0" y="10397"/>
            <a:ext cx="121920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chemeClr val="bg1"/>
                </a:solidFill>
                <a:latin typeface="DM Sans" pitchFamily="2" charset="77"/>
                <a:ea typeface="+mj-ea"/>
                <a:cs typeface="+mj-cs"/>
              </a:defRPr>
            </a:lvl1pPr>
          </a:lstStyle>
          <a:p>
            <a:r>
              <a:rPr lang="en-US" dirty="0" smtClean="0">
                <a:solidFill>
                  <a:schemeClr val="tx1"/>
                </a:solidFill>
              </a:rPr>
              <a:t>Shop V2.2 – Store (</a:t>
            </a:r>
            <a:r>
              <a:rPr lang="en-US" dirty="0" err="1" smtClean="0">
                <a:solidFill>
                  <a:schemeClr val="tx1"/>
                </a:solidFill>
              </a:rPr>
              <a:t>listProductsAbovePrice</a:t>
            </a:r>
            <a:r>
              <a:rPr lang="en-US" dirty="0" smtClean="0">
                <a:solidFill>
                  <a:schemeClr val="tx1"/>
                </a:solidFill>
              </a:rPr>
              <a:t>)</a:t>
            </a:r>
            <a:r>
              <a:rPr lang="en-US" dirty="0" smtClean="0"/>
              <a:t>())</a:t>
            </a:r>
            <a:endParaRPr lang="en-IE" dirty="0"/>
          </a:p>
        </p:txBody>
      </p:sp>
      <p:grpSp>
        <p:nvGrpSpPr>
          <p:cNvPr id="7" name="Group 6"/>
          <p:cNvGrpSpPr/>
          <p:nvPr/>
        </p:nvGrpSpPr>
        <p:grpSpPr>
          <a:xfrm>
            <a:off x="6937378" y="5085154"/>
            <a:ext cx="4907712" cy="1645272"/>
            <a:chOff x="6090557" y="4005513"/>
            <a:chExt cx="4907712" cy="1645272"/>
          </a:xfrm>
        </p:grpSpPr>
        <p:pic>
          <p:nvPicPr>
            <p:cNvPr id="8" name="Picture 7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090557" y="4005513"/>
              <a:ext cx="4152900" cy="1638300"/>
            </a:xfrm>
            <a:prstGeom prst="rect">
              <a:avLst/>
            </a:prstGeom>
            <a:ln w="38100">
              <a:solidFill>
                <a:srgbClr val="E74751"/>
              </a:solidFill>
            </a:ln>
          </p:spPr>
        </p:pic>
        <p:sp>
          <p:nvSpPr>
            <p:cNvPr id="9" name="TextBox 8"/>
            <p:cNvSpPr txBox="1"/>
            <p:nvPr/>
          </p:nvSpPr>
          <p:spPr>
            <a:xfrm flipH="1">
              <a:off x="7951872" y="5189120"/>
              <a:ext cx="3046397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2400" dirty="0" smtClean="0">
                  <a:solidFill>
                    <a:srgbClr val="FF0000"/>
                  </a:solidFill>
                </a:rPr>
                <a:t>Product Class</a:t>
              </a:r>
              <a:endParaRPr lang="en-GB" sz="2400" dirty="0">
                <a:solidFill>
                  <a:srgbClr val="FF0000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750953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699E74D3-AFEF-461D-B270-840A6ED5795C}"/>
              </a:ext>
            </a:extLst>
          </p:cNvPr>
          <p:cNvSpPr txBox="1">
            <a:spLocks/>
          </p:cNvSpPr>
          <p:nvPr/>
        </p:nvSpPr>
        <p:spPr>
          <a:xfrm>
            <a:off x="0" y="10397"/>
            <a:ext cx="121920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chemeClr val="bg1"/>
                </a:solidFill>
                <a:latin typeface="DM Sans" pitchFamily="2" charset="77"/>
                <a:ea typeface="+mj-ea"/>
                <a:cs typeface="+mj-cs"/>
              </a:defRPr>
            </a:lvl1pPr>
          </a:lstStyle>
          <a:p>
            <a:r>
              <a:rPr lang="en-US" dirty="0" smtClean="0">
                <a:solidFill>
                  <a:schemeClr val="tx1"/>
                </a:solidFill>
              </a:rPr>
              <a:t>Shop V2.2 – Store (</a:t>
            </a:r>
            <a:r>
              <a:rPr lang="en-US" dirty="0" err="1" smtClean="0">
                <a:solidFill>
                  <a:schemeClr val="tx1"/>
                </a:solidFill>
              </a:rPr>
              <a:t>cheapestProduct</a:t>
            </a:r>
            <a:r>
              <a:rPr lang="en-US" dirty="0" smtClean="0">
                <a:solidFill>
                  <a:schemeClr val="tx1"/>
                </a:solidFill>
              </a:rPr>
              <a:t>)</a:t>
            </a:r>
            <a:r>
              <a:rPr lang="en-US" dirty="0" smtClean="0"/>
              <a:t>())</a:t>
            </a:r>
            <a:endParaRPr lang="en-IE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2237" y="1676400"/>
            <a:ext cx="11714436" cy="5181600"/>
          </a:xfrm>
          <a:prstGeom prst="rect">
            <a:avLst/>
          </a:prstGeom>
        </p:spPr>
      </p:pic>
      <p:grpSp>
        <p:nvGrpSpPr>
          <p:cNvPr id="7" name="Group 6"/>
          <p:cNvGrpSpPr/>
          <p:nvPr/>
        </p:nvGrpSpPr>
        <p:grpSpPr>
          <a:xfrm>
            <a:off x="6644009" y="4643186"/>
            <a:ext cx="4907712" cy="1645272"/>
            <a:chOff x="6090557" y="4005513"/>
            <a:chExt cx="4907712" cy="1645272"/>
          </a:xfrm>
        </p:grpSpPr>
        <p:pic>
          <p:nvPicPr>
            <p:cNvPr id="8" name="Picture 7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090557" y="4005513"/>
              <a:ext cx="4152900" cy="1638300"/>
            </a:xfrm>
            <a:prstGeom prst="rect">
              <a:avLst/>
            </a:prstGeom>
            <a:ln w="38100">
              <a:solidFill>
                <a:srgbClr val="E74751"/>
              </a:solidFill>
            </a:ln>
          </p:spPr>
        </p:pic>
        <p:sp>
          <p:nvSpPr>
            <p:cNvPr id="9" name="TextBox 8"/>
            <p:cNvSpPr txBox="1"/>
            <p:nvPr/>
          </p:nvSpPr>
          <p:spPr>
            <a:xfrm flipH="1">
              <a:off x="7951872" y="5189120"/>
              <a:ext cx="3046397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2400" dirty="0" smtClean="0">
                  <a:solidFill>
                    <a:srgbClr val="FF0000"/>
                  </a:solidFill>
                </a:rPr>
                <a:t>Product Class</a:t>
              </a:r>
              <a:endParaRPr lang="en-GB" sz="2400" dirty="0">
                <a:solidFill>
                  <a:srgbClr val="FF0000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7907548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A01CADA-C324-9C57-4A0F-F66C29E2C0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699E74D3-AFEF-461D-B270-840A6ED5795C}"/>
              </a:ext>
            </a:extLst>
          </p:cNvPr>
          <p:cNvSpPr txBox="1">
            <a:spLocks/>
          </p:cNvSpPr>
          <p:nvPr/>
        </p:nvSpPr>
        <p:spPr>
          <a:xfrm>
            <a:off x="0" y="10397"/>
            <a:ext cx="121920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chemeClr val="bg1"/>
                </a:solidFill>
                <a:latin typeface="DM Sans" pitchFamily="2" charset="77"/>
                <a:ea typeface="+mj-ea"/>
                <a:cs typeface="+mj-cs"/>
              </a:defRPr>
            </a:lvl1pPr>
          </a:lstStyle>
          <a:p>
            <a:r>
              <a:rPr lang="en-US" dirty="0" smtClean="0">
                <a:solidFill>
                  <a:schemeClr val="tx1"/>
                </a:solidFill>
              </a:rPr>
              <a:t>Shop V2.2 – Store (</a:t>
            </a:r>
            <a:r>
              <a:rPr lang="en-US" dirty="0" err="1" smtClean="0">
                <a:solidFill>
                  <a:schemeClr val="tx1"/>
                </a:solidFill>
              </a:rPr>
              <a:t>listCurrentProducts</a:t>
            </a:r>
            <a:r>
              <a:rPr lang="en-US" dirty="0" smtClean="0">
                <a:solidFill>
                  <a:schemeClr val="tx1"/>
                </a:solidFill>
              </a:rPr>
              <a:t>)</a:t>
            </a:r>
            <a:r>
              <a:rPr lang="en-US" dirty="0" smtClean="0"/>
              <a:t>())</a:t>
            </a:r>
            <a:endParaRPr lang="en-IE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1256" y="1009650"/>
            <a:ext cx="9720943" cy="5848350"/>
          </a:xfrm>
          <a:prstGeom prst="rect">
            <a:avLst/>
          </a:prstGeom>
        </p:spPr>
      </p:pic>
      <p:grpSp>
        <p:nvGrpSpPr>
          <p:cNvPr id="9" name="Group 8"/>
          <p:cNvGrpSpPr/>
          <p:nvPr/>
        </p:nvGrpSpPr>
        <p:grpSpPr>
          <a:xfrm>
            <a:off x="5731794" y="5042913"/>
            <a:ext cx="6174433" cy="1504950"/>
            <a:chOff x="5731794" y="5042913"/>
            <a:chExt cx="6174433" cy="1504950"/>
          </a:xfrm>
        </p:grpSpPr>
        <p:pic>
          <p:nvPicPr>
            <p:cNvPr id="6" name="Picture 5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731794" y="5042913"/>
              <a:ext cx="5781675" cy="1504950"/>
            </a:xfrm>
            <a:prstGeom prst="rect">
              <a:avLst/>
            </a:prstGeom>
            <a:ln w="57150">
              <a:solidFill>
                <a:srgbClr val="FF0000"/>
              </a:solidFill>
            </a:ln>
          </p:spPr>
        </p:pic>
        <p:sp>
          <p:nvSpPr>
            <p:cNvPr id="8" name="TextBox 7"/>
            <p:cNvSpPr txBox="1"/>
            <p:nvPr/>
          </p:nvSpPr>
          <p:spPr>
            <a:xfrm>
              <a:off x="10083845" y="5456436"/>
              <a:ext cx="1822382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2400" dirty="0" smtClean="0">
                  <a:solidFill>
                    <a:srgbClr val="FF0000"/>
                  </a:solidFill>
                </a:rPr>
                <a:t>Product Class</a:t>
              </a:r>
              <a:endParaRPr lang="en-GB" sz="2400" dirty="0">
                <a:solidFill>
                  <a:srgbClr val="FF0000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0207901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3792" y="1335960"/>
            <a:ext cx="6743700" cy="3952875"/>
          </a:xfrm>
          <a:prstGeom prst="rect">
            <a:avLst/>
          </a:prstGeom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699E74D3-AFEF-461D-B270-840A6ED5795C}"/>
              </a:ext>
            </a:extLst>
          </p:cNvPr>
          <p:cNvSpPr txBox="1">
            <a:spLocks/>
          </p:cNvSpPr>
          <p:nvPr/>
        </p:nvSpPr>
        <p:spPr>
          <a:xfrm>
            <a:off x="0" y="10397"/>
            <a:ext cx="121920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chemeClr val="bg1"/>
                </a:solidFill>
                <a:latin typeface="DM Sans" pitchFamily="2" charset="77"/>
                <a:ea typeface="+mj-ea"/>
                <a:cs typeface="+mj-cs"/>
              </a:defRPr>
            </a:lvl1pPr>
          </a:lstStyle>
          <a:p>
            <a:r>
              <a:rPr lang="en-US" dirty="0" smtClean="0">
                <a:solidFill>
                  <a:schemeClr val="tx1"/>
                </a:solidFill>
              </a:rPr>
              <a:t>Shop V2.2 – Store (</a:t>
            </a:r>
            <a:r>
              <a:rPr lang="en-US" dirty="0" err="1" smtClean="0">
                <a:solidFill>
                  <a:schemeClr val="tx1"/>
                </a:solidFill>
              </a:rPr>
              <a:t>averageProductPrice</a:t>
            </a:r>
            <a:r>
              <a:rPr lang="en-US" dirty="0" smtClean="0">
                <a:solidFill>
                  <a:schemeClr val="tx1"/>
                </a:solidFill>
              </a:rPr>
              <a:t>)</a:t>
            </a:r>
            <a:r>
              <a:rPr lang="en-US" dirty="0" smtClean="0"/>
              <a:t>())</a:t>
            </a:r>
            <a:endParaRPr lang="en-IE" dirty="0"/>
          </a:p>
        </p:txBody>
      </p:sp>
      <p:grpSp>
        <p:nvGrpSpPr>
          <p:cNvPr id="8" name="Group 7"/>
          <p:cNvGrpSpPr/>
          <p:nvPr/>
        </p:nvGrpSpPr>
        <p:grpSpPr>
          <a:xfrm>
            <a:off x="6090557" y="4005513"/>
            <a:ext cx="4907712" cy="1645272"/>
            <a:chOff x="6090557" y="4005513"/>
            <a:chExt cx="4907712" cy="1645272"/>
          </a:xfrm>
        </p:grpSpPr>
        <p:pic>
          <p:nvPicPr>
            <p:cNvPr id="6" name="Picture 5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090557" y="4005513"/>
              <a:ext cx="4152900" cy="1638300"/>
            </a:xfrm>
            <a:prstGeom prst="rect">
              <a:avLst/>
            </a:prstGeom>
            <a:ln w="38100">
              <a:solidFill>
                <a:srgbClr val="E74751"/>
              </a:solidFill>
            </a:ln>
          </p:spPr>
        </p:pic>
        <p:sp>
          <p:nvSpPr>
            <p:cNvPr id="7" name="TextBox 6"/>
            <p:cNvSpPr txBox="1"/>
            <p:nvPr/>
          </p:nvSpPr>
          <p:spPr>
            <a:xfrm flipH="1">
              <a:off x="7951872" y="5189120"/>
              <a:ext cx="3046397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2400" dirty="0" smtClean="0">
                  <a:solidFill>
                    <a:srgbClr val="FF0000"/>
                  </a:solidFill>
                </a:rPr>
                <a:t>Product Class</a:t>
              </a:r>
              <a:endParaRPr lang="en-GB" sz="2400" dirty="0">
                <a:solidFill>
                  <a:srgbClr val="FF0000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4999863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 2013 - 2022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rgbClr val="435765"/>
        </a:solidFill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 2013 - 2022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 2013 - 2022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 2013 - 2022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4A7B4F4F87092419B4836663A979F72" ma:contentTypeVersion="6" ma:contentTypeDescription="Create a new document." ma:contentTypeScope="" ma:versionID="531b2ba1b898dc8b42c55cf8c03cb047">
  <xsd:schema xmlns:xsd="http://www.w3.org/2001/XMLSchema" xmlns:xs="http://www.w3.org/2001/XMLSchema" xmlns:p="http://schemas.microsoft.com/office/2006/metadata/properties" xmlns:ns3="2e073d95-02bc-4c31-9707-1f7b5f2564cb" targetNamespace="http://schemas.microsoft.com/office/2006/metadata/properties" ma:root="true" ma:fieldsID="fd5281531450ceba7a278559f279e1c5" ns3:_="">
    <xsd:import namespace="2e073d95-02bc-4c31-9707-1f7b5f2564cb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AutoTags" minOccurs="0"/>
                <xsd:element ref="ns3:MediaServiceGenerationTime" minOccurs="0"/>
                <xsd:element ref="ns3:MediaServiceEventHashCode" minOccurs="0"/>
                <xsd:element ref="ns3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e073d95-02bc-4c31-9707-1f7b5f2564cb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GenerationTime" ma:index="11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9F0734DE-2FC5-4E40-8FD1-4F58D8D2451F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49F22BB4-DEB1-4350-A975-AD2B0CFB54BD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2e073d95-02bc-4c31-9707-1f7b5f2564cb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7B7BD72B-E314-4A2C-A344-AF1319C38FF7}">
  <ds:schemaRefs>
    <ds:schemaRef ds:uri="http://schemas.microsoft.com/office/infopath/2007/PartnerControls"/>
    <ds:schemaRef ds:uri="2e073d95-02bc-4c31-9707-1f7b5f2564cb"/>
    <ds:schemaRef ds:uri="http://purl.org/dc/elements/1.1/"/>
    <ds:schemaRef ds:uri="http://schemas.microsoft.com/office/2006/metadata/properties"/>
    <ds:schemaRef ds:uri="http://purl.org/dc/terms/"/>
    <ds:schemaRef ds:uri="http://schemas.openxmlformats.org/package/2006/metadata/core-properties"/>
    <ds:schemaRef ds:uri="http://schemas.microsoft.com/office/2006/documentManagement/types"/>
    <ds:schemaRef ds:uri="http://www.w3.org/XML/1998/namespace"/>
    <ds:schemaRef ds:uri="http://purl.org/dc/dcmitype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3995</TotalTime>
  <Words>142</Words>
  <Application>Microsoft Office PowerPoint</Application>
  <PresentationFormat>Widescreen</PresentationFormat>
  <Paragraphs>35</Paragraphs>
  <Slides>10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Arial</vt:lpstr>
      <vt:lpstr>Calibri</vt:lpstr>
      <vt:lpstr>DM Sans</vt:lpstr>
      <vt:lpstr>Inter</vt:lpstr>
      <vt:lpstr>Inter Medium</vt:lpstr>
      <vt:lpstr>Office Theme 2013 - 2022</vt:lpstr>
      <vt:lpstr>Shop v2.2 – Store</vt:lpstr>
      <vt:lpstr>Shop V2.2 –  Store Class</vt:lpstr>
      <vt:lpstr>Shop V2.2 – Store – Fields and Constructor</vt:lpstr>
      <vt:lpstr>Shop V2.2 – Store (private methods)</vt:lpstr>
      <vt:lpstr>Shop V2.2 – Store (add() Method)</vt:lpstr>
      <vt:lpstr>Shop V2.2 – Store (listProducts())</vt:lpstr>
      <vt:lpstr>PowerPoint Presentation</vt:lpstr>
      <vt:lpstr>PowerPoint Presentation</vt:lpstr>
      <vt:lpstr>PowerPoint Presentation</vt:lpstr>
      <vt:lpstr>PowerPoint Presentation</vt:lpstr>
    </vt:vector>
  </TitlesOfParts>
  <Manager/>
  <Company>SETU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Project Management</dc:title>
  <dc:subject>Software Engineering Teams</dc:subject>
  <dc:creator>David Hearne</dc:creator>
  <cp:keywords/>
  <dc:description/>
  <cp:lastModifiedBy>Siobhan Roche</cp:lastModifiedBy>
  <cp:revision>48</cp:revision>
  <dcterms:created xsi:type="dcterms:W3CDTF">2022-12-30T08:26:58Z</dcterms:created>
  <dcterms:modified xsi:type="dcterms:W3CDTF">2024-03-14T13:32:26Z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0x01010074A7B4F4F87092419B4836663A979F72</vt:lpwstr>
  </property>
</Properties>
</file>