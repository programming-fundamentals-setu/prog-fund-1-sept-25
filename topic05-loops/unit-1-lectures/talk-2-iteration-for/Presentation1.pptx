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213"/>
    <p:restoredTop sz="94692"/>
  </p:normalViewPr>
  <p:slideViewPr>
    <p:cSldViewPr snapToGrid="0">
      <p:cViewPr varScale="1">
        <p:scale>
          <a:sx n="33" d="100"/>
          <a:sy n="33" d="100"/>
        </p:scale>
        <p:origin x="224" y="2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C1A4-62BD-618D-596A-98E42C0C3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12253-379E-8286-9D20-5CDE5D879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64F6-1B80-78E3-596C-F697CA65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16646-1085-5764-B86E-7FE97A73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98F1D-2502-5BD5-AE2F-CF3F6C57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9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EAAB-FE7A-338E-F1E5-EE53D53D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17D3F-B8ED-34EB-0B66-5084F4776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2D02A-918F-84FE-4EED-EE901260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E2E14-AB36-6F4B-D2C1-2B3B9F0F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97A9-FF9E-C503-A8AB-161AD4BD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1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EE1F-3DB7-DDFA-4214-01E38152B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2ABB3-166D-663D-2EC7-A4F8EB77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060A6-BADF-00D5-1CA0-538863B5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D15DF-A3E2-79E7-B96C-F422E2B0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26E98-657F-D56D-2D9D-BF1782C3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17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FB96-7BB5-A530-596D-28F74F24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AFEF1-7511-4189-73F0-DE16B266C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1B76A-BD2F-03CD-8192-54A7C4F28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50A7B-561E-C36E-9927-52347AF3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49C73-7C07-98FF-0ACB-CD62DFD7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914EA-6E35-CA8D-2FF7-F0A512F3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1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DF81-3C6E-BC5F-80F6-05733F7D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21394-9680-7B20-2C97-AE89CFF87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4546A-E012-C454-A0ED-C61D29A07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CD979-3375-4993-5A01-625AA2DCE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131E0-9472-F487-A805-B2B7943A9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D9527-2E0C-C666-E337-8737CC0B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39BBE-4312-C2DE-DCFB-A98D47F62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E2F5E-2867-834B-5FE3-1329B44D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9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6FC-3DFE-787A-BF25-7E9FE42D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0C773-2F60-0CE3-1DA2-EF6BC549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0E4E0-838D-595D-21E4-E2218547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EB544-CB76-FBC4-B130-22776DF2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4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E3DEC7-FD94-7CB3-FB60-6E827F24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518E5-0662-6CC1-7A35-6BD7325AC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BF89C-B64B-02F0-0F02-01A52A309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6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1F13-4C61-6F3A-C99E-39D16145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5C18B-F7E9-4684-6F7D-A3D4B4B4B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361EA-25B5-8F54-E195-80357C5DC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3AB79-B7EA-3295-B603-815DAADC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CB792-074A-063B-F009-757AE0ED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49EA0-3B18-9EA7-4495-9574197C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1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4FD5-325E-0EA1-A3EF-19956C45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A6A679-CD3F-9D6C-CB57-FB6CA72F1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67A21-4883-E512-2073-DD793CB0A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8465E-8207-032B-EA08-2EE709F3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29B63-5661-B851-12D6-8E20EB83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C8A4B-02FE-7AC4-D73C-19103B91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3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56369-D74A-52B5-C446-DC540743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FAD70-D42C-D191-F671-0F7FB5696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70D60-963C-B33C-7929-17D10981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C11D-DE93-F1FC-A80E-4C9A776CA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5F17D-8CAC-A178-1AB0-EF03DC6D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91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92F62-6CC6-CE03-B3D0-F443C74DA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B7DA1-9F9D-E858-5147-53DA95A26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D6ED3-DC4F-81A7-2860-AB17F9AF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21D18-3510-25C2-1374-42B10F77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ED3B-A281-EEA7-02E1-CC35D5BE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4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1E274-E65D-E5AA-90F0-28B1CB5D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49EFA-C0D0-8639-E9CC-B37BCC3D4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0C12-55EC-D18C-72D0-B9949B3E2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A915C-1C14-374E-BA1F-5CE1FB043351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71BC-5E15-DD65-EC23-3248BE9B4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915FD-F607-0B11-4D50-3F67E700F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B71CB-088F-754F-BADD-059ECEB00A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8D8E6C-733F-C43B-B355-DAE5D222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3" y="907473"/>
            <a:ext cx="3505200" cy="3282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393B9A-BB11-61A2-7C22-153B45711E2F}"/>
              </a:ext>
            </a:extLst>
          </p:cNvPr>
          <p:cNvSpPr txBox="1"/>
          <p:nvPr/>
        </p:nvSpPr>
        <p:spPr>
          <a:xfrm>
            <a:off x="789709" y="5250873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together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378F74-C4B7-F182-FA5A-C037BB01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437" y="593148"/>
            <a:ext cx="5486400" cy="391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4CEA59-C004-A86A-ED6A-C15E9DE49251}"/>
              </a:ext>
            </a:extLst>
          </p:cNvPr>
          <p:cNvSpPr txBox="1"/>
          <p:nvPr/>
        </p:nvSpPr>
        <p:spPr>
          <a:xfrm>
            <a:off x="7107382" y="512618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separates </a:t>
            </a:r>
          </a:p>
        </p:txBody>
      </p:sp>
    </p:spTree>
    <p:extLst>
      <p:ext uri="{BB962C8B-B14F-4D97-AF65-F5344CB8AC3E}">
        <p14:creationId xmlns:p14="http://schemas.microsoft.com/office/powerpoint/2010/main" val="211416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dcterms:created xsi:type="dcterms:W3CDTF">2025-10-08T11:48:59Z</dcterms:created>
  <dcterms:modified xsi:type="dcterms:W3CDTF">2025-10-08T12:08:04Z</dcterms:modified>
</cp:coreProperties>
</file>