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38"/>
  </p:normalViewPr>
  <p:slideViewPr>
    <p:cSldViewPr snapToGrid="0">
      <p:cViewPr varScale="1">
        <p:scale>
          <a:sx n="91" d="100"/>
          <a:sy n="91" d="100"/>
        </p:scale>
        <p:origin x="2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4B8D-F2BD-1E3C-4003-0D87983A7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98A75-0B87-5018-B066-EB4F2DF7C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8046-E474-5538-45E3-854BBAA4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68B20-4A94-5381-63B7-100E41FB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18663-A645-24F4-35B6-BC35851B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7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CBA1-2F85-41A3-4A98-5940DC7B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1AD4-C0B2-773A-D1FF-568F0733D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BBA3E-EE3B-1827-0884-D3627398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FC036-3E93-3999-0D43-5EE4B6BD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CC4E2-5245-07DA-0B45-A968D2BF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9B1B-C60C-520D-3729-D3778D35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A74B3-5843-54DA-72AA-CA13E706F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DE322-2FF7-7431-0EC5-9434D81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33D92-684E-B9E1-16E2-55FF2A4F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DB0E9-AED4-0571-48BB-8355C520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3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07DD-058F-E010-EC63-A150BB86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7865-D2A3-BE29-E6C0-DBE11172A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AADC1-8FEA-B9AF-3C2F-4DB3A26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5F37E-ABB4-FC41-CE1E-E38A62FF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724B8-CF85-3B79-FB5B-03099D2A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2B07-36EC-54EA-60D0-55F372DF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CAE4-06BC-B406-339B-BAB338F1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D9182-CE2C-B82B-9837-CD97B777C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AC36B-01FC-572B-EF49-3B26ECE3A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FEF65D-A6C2-C589-587C-7CB9795D4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63FD3-20BE-0529-CAC5-217BBAAA4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6426A-99EE-2756-D2D3-764F3D5F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52CA9-D4F7-FE3A-B704-62CE39F9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5B327C-7366-69ED-5DB2-5F8E1542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9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ED92-1631-A1A9-5A3A-7D995FE7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27A56-70CE-D12F-E78D-45B05471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3A90E-03F5-8130-A075-16133525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B05E4-9983-B834-8E80-359BC4CE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873D0-A975-9E0C-A51F-59C8C4F6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A8808-BD6E-4755-C2EA-3B3C6236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461A8-2DF3-8ED5-2306-9692CFC3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F2F5-6B72-8C62-1676-645109CA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08E6-B3F0-AE66-E890-0A1908429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1CB82-0D9F-F16D-38C6-616DE6B93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575B1-B11C-0A8D-2E17-DDFE21DE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9F98E-0F56-4C06-5CE9-0F98F56A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2053-5DE2-2915-0D03-AC824AAE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9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880-FF48-A932-E4B1-2F616914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607F5-E0D4-AEA5-3AEE-47B94DF1F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F68B2-2855-3BFD-910C-BC46556A3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4738-D7A5-1082-0446-E42F0D85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93B10-7750-939F-DAF3-A541891D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F0E1-8204-82BC-FABF-61323D4A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9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728B-CD28-1508-6AEE-0CA9B83C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DD3EE-4F4A-5E21-8724-307C944F0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D905-9F33-FA45-A6FC-2EE0AC56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C479-02DF-F4FE-66E6-BB88F0B7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75A6-68C5-20FD-0107-9C160BC0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C99D3-6DB1-255A-A925-1E75A3F98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627A9-FAC8-BFD1-254D-38EAA83EF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092FD-FE36-D881-8F81-44D96A7D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2C67D-9985-336A-2995-C43E68CA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9294-F240-AE06-AB18-4D13407F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7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5A69A-03D8-836D-45D4-4E2FB2AC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F1815-7592-FF17-9882-A9F75D96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CF77-7769-73C3-1F53-8C4E0F425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F450F-B1B3-E81B-BE1C-3D979633B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EE4E8-F8E1-2EFB-093B-9D5D1FE19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4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7E210C-BC8C-2DDD-CB74-1ED774AD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Primitive types in Java</a:t>
            </a:r>
          </a:p>
        </p:txBody>
      </p:sp>
      <p:pic>
        <p:nvPicPr>
          <p:cNvPr id="8" name="Content Placeholder 7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4885294B-A24A-6125-A360-29C0AB871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987"/>
            <a:ext cx="10515600" cy="4286614"/>
          </a:xfrm>
        </p:spPr>
      </p:pic>
    </p:spTree>
    <p:extLst>
      <p:ext uri="{BB962C8B-B14F-4D97-AF65-F5344CB8AC3E}">
        <p14:creationId xmlns:p14="http://schemas.microsoft.com/office/powerpoint/2010/main" val="370480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Primitive types in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2</cp:revision>
  <dcterms:created xsi:type="dcterms:W3CDTF">2025-09-25T12:39:26Z</dcterms:created>
  <dcterms:modified xsi:type="dcterms:W3CDTF">2025-09-25T16:10:19Z</dcterms:modified>
</cp:coreProperties>
</file>