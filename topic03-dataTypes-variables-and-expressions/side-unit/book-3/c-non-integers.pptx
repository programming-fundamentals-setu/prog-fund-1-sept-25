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38"/>
  </p:normalViewPr>
  <p:slideViewPr>
    <p:cSldViewPr snapToGrid="0">
      <p:cViewPr varScale="1">
        <p:scale>
          <a:sx n="113" d="100"/>
          <a:sy n="113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EDAE5-8E2D-924B-8992-5B2F8252893A}" type="datetimeFigureOut">
              <a:rPr lang="en-US" smtClean="0"/>
              <a:t>9/25/25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B467B8-C8A1-234E-AB5E-3921751B1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5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449FA9-01C0-0243-BC2B-8E67C5F55CA8}" type="slidenum">
              <a:rPr lang="en-US"/>
              <a:pPr/>
              <a:t>1</a:t>
            </a:fld>
            <a:endParaRPr lang="en-US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usually show them how the minimum and max values for byte are calculated e.g. </a:t>
            </a:r>
          </a:p>
          <a:p>
            <a:r>
              <a:rPr lang="en-US" dirty="0"/>
              <a:t>8-bit is 2 to the power of 8 = 256</a:t>
            </a:r>
          </a:p>
          <a:p>
            <a:endParaRPr lang="en-US" dirty="0"/>
          </a:p>
          <a:p>
            <a:r>
              <a:rPr lang="en-US" dirty="0"/>
              <a:t>To spread this value over the negative/positive number range, divide by two = 128.  so -128 range up to +127, with 0 being on the “positive size”. </a:t>
            </a:r>
          </a:p>
          <a:p>
            <a:r>
              <a:rPr lang="en-US" dirty="0"/>
              <a:t>Then they can always work out the min/max values for the other whole numbers.  </a:t>
            </a:r>
          </a:p>
        </p:txBody>
      </p:sp>
    </p:spTree>
    <p:extLst>
      <p:ext uri="{BB962C8B-B14F-4D97-AF65-F5344CB8AC3E}">
        <p14:creationId xmlns:p14="http://schemas.microsoft.com/office/powerpoint/2010/main" val="3203946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64B8D-F2BD-1E3C-4003-0D87983A73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998A75-0B87-5018-B066-EB4F2DF7C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88046-E474-5538-45E3-854BBAA43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68B20-4A94-5381-63B7-100E41FB0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18663-A645-24F4-35B6-BC35851B7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974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CBA1-2F85-41A3-4A98-5940DC7BA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A1AD4-C0B2-773A-D1FF-568F0733D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BBA3E-EE3B-1827-0884-D36273988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FC036-3E93-3999-0D43-5EE4B6BD6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CC4E2-5245-07DA-0B45-A968D2BFC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3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99B1B-C60C-520D-3729-D3778D35D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A74B3-5843-54DA-72AA-CA13E706F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DE322-2FF7-7431-0EC5-9434D81C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33D92-684E-B9E1-16E2-55FF2A4FD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DB0E9-AED4-0571-48BB-8355C5205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438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207DD-058F-E010-EC63-A150BB868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B7865-D2A3-BE29-E6C0-DBE11172AA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AADC1-8FEA-B9AF-3C2F-4DB3A268B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5F37E-ABB4-FC41-CE1E-E38A62FF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724B8-CF85-3B79-FB5B-03099D2A8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72B07-36EC-54EA-60D0-55F372DF0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1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4CAE4-06BC-B406-339B-BAB338F11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D9182-CE2C-B82B-9837-CD97B777C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1AC36B-01FC-572B-EF49-3B26ECE3A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FEF65D-A6C2-C589-587C-7CB9795D45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063FD3-20BE-0529-CAC5-217BBAAA45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56426A-99EE-2756-D2D3-764F3D5FA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352CA9-D4F7-FE3A-B704-62CE39F96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5B327C-7366-69ED-5DB2-5F8E1542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91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ED92-1631-A1A9-5A3A-7D995FE72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727A56-70CE-D12F-E78D-45B05471F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23A90E-03F5-8130-A075-161335257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9B05E4-9983-B834-8E80-359BC4CE6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17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C873D0-A975-9E0C-A51F-59C8C4F66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AA8808-BD6E-4755-C2EA-3B3C62363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461A8-2DF3-8ED5-2306-9692CFC3F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23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5F2F5-6B72-8C62-1676-645109CA5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A08E6-B3F0-AE66-E890-0A1908429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F1CB82-0D9F-F16D-38C6-616DE6B93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575B1-B11C-0A8D-2E17-DDFE21DE2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9F98E-0F56-4C06-5CE9-0F98F56AB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C2053-5DE2-2915-0D03-AC824AAEB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90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F880-FF48-A932-E4B1-2F6169144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607F5-E0D4-AEA5-3AEE-47B94DF1F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CF68B2-2855-3BFD-910C-BC46556A3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B4738-D7A5-1082-0446-E42F0D85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93B10-7750-939F-DAF3-A541891D9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FF0E1-8204-82BC-FABF-61323D4A6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99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9728B-CD28-1508-6AEE-0CA9B83CC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DD3EE-4F4A-5E21-8724-307C944F08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4D905-9F33-FA45-A6FC-2EE0AC56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3C479-02DF-F4FE-66E6-BB88F0B73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975A6-68C5-20FD-0107-9C160BC02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0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DC99D3-6DB1-255A-A925-1E75A3F987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E627A9-FAC8-BFD1-254D-38EAA83EFC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092FD-FE36-D881-8F81-44D96A7DC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2C67D-9985-336A-2995-C43E68CA9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09294-F240-AE06-AB18-4D13407FD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70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F5A69A-03D8-836D-45D4-4E2FB2ACB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F1815-7592-FF17-9882-A9F75D96E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ACF77-7769-73C3-1F53-8C4E0F4251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F450F-B1B3-E81B-BE1C-3D979633B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EE4E8-F8E1-2EFB-093B-9D5D1FE19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047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Java’s Primitive Data Types (whole numbers)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30800"/>
              </p:ext>
            </p:extLst>
          </p:nvPr>
        </p:nvGraphicFramePr>
        <p:xfrm>
          <a:off x="1039989" y="1923574"/>
          <a:ext cx="10112022" cy="415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49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49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932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4757"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Byte-size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Minimum value</a:t>
                      </a:r>
                      <a:r>
                        <a:rPr lang="en-IE" baseline="0" dirty="0"/>
                        <a:t> (inclusive)</a:t>
                      </a:r>
                      <a:endParaRPr lang="en-IE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Maximum value </a:t>
                      </a:r>
                      <a:r>
                        <a:rPr lang="en-IE" baseline="0" dirty="0"/>
                        <a:t>(inclusive)</a:t>
                      </a:r>
                      <a:endParaRPr lang="en-IE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Typical Use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320">
                <a:tc>
                  <a:txBody>
                    <a:bodyPr/>
                    <a:lstStyle/>
                    <a:p>
                      <a:pPr algn="l"/>
                      <a:r>
                        <a:rPr lang="en-IE" sz="2400" dirty="0">
                          <a:solidFill>
                            <a:srgbClr val="FF0000"/>
                          </a:solidFill>
                        </a:rPr>
                        <a:t>byte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E" sz="2400" dirty="0"/>
                        <a:t>8-bit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127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Useful in applications where memory savings apply.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lang="en-IE" sz="2400" dirty="0">
                          <a:solidFill>
                            <a:srgbClr val="FF0000"/>
                          </a:solidFill>
                        </a:rPr>
                        <a:t>short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E" sz="2400" dirty="0"/>
                        <a:t>16-bit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-32,768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32,767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E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lang="en-IE" sz="2400" dirty="0" err="1">
                          <a:solidFill>
                            <a:srgbClr val="FF0000"/>
                          </a:solidFill>
                        </a:rPr>
                        <a:t>int</a:t>
                      </a:r>
                      <a:endParaRPr lang="en-IE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E" sz="2400" dirty="0"/>
                        <a:t>32-bit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-2,147,483,648</a:t>
                      </a:r>
                      <a:endParaRPr lang="en-IE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2,147,483,647</a:t>
                      </a:r>
                      <a:endParaRPr lang="en-IE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Default</a:t>
                      </a:r>
                      <a:r>
                        <a:rPr lang="en-IE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choice.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lang="en-IE" sz="2400" dirty="0">
                          <a:solidFill>
                            <a:srgbClr val="FF0000"/>
                          </a:solidFill>
                        </a:rPr>
                        <a:t>long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sz="2400" dirty="0"/>
                        <a:t>64-bit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-9,223,372,036,854,775,808</a:t>
                      </a:r>
                      <a:endParaRPr lang="en-IE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9,223,372,036,854,775,807</a:t>
                      </a:r>
                      <a:endParaRPr lang="en-IE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Used when you need a data type</a:t>
                      </a:r>
                      <a:r>
                        <a:rPr lang="en-IE" sz="2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with a range of values larger than that provided by int.</a:t>
                      </a:r>
                      <a:endParaRPr lang="en-IE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903099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154</Words>
  <Application>Microsoft Macintosh PowerPoint</Application>
  <PresentationFormat>Widescreen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Java’s Primitive Data Types (whole numbers)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Mairead Meagher</dc:creator>
  <cp:lastModifiedBy>Mairead Meagher</cp:lastModifiedBy>
  <cp:revision>2</cp:revision>
  <dcterms:created xsi:type="dcterms:W3CDTF">2025-09-25T12:39:26Z</dcterms:created>
  <dcterms:modified xsi:type="dcterms:W3CDTF">2025-09-25T12:52:03Z</dcterms:modified>
</cp:coreProperties>
</file>